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64" r:id="rId5"/>
    <p:sldId id="263" r:id="rId6"/>
    <p:sldId id="262" r:id="rId7"/>
    <p:sldId id="259" r:id="rId8"/>
    <p:sldId id="260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C0CFE-731C-45F6-BD9A-420161BE2D63}" type="datetimeFigureOut">
              <a:rPr lang="zh-CN" altLang="en-US" smtClean="0"/>
              <a:t>2020/8/7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0C782-3F32-4553-8067-D029317F91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C:\Users\86133\Desktop\1000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4071934" cy="4525963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929058" y="500042"/>
            <a:ext cx="464347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      诗人</a:t>
            </a:r>
            <a:r>
              <a:rPr lang="zh-CN" altLang="en-US" sz="2400" b="1" dirty="0"/>
              <a:t>于坚对于云南建水这座小城非常钟爱，几十年间，他不断穿梭在建水的大街小巷，体悟建水的建筑、手艺、生活方式。</a:t>
            </a:r>
            <a:r>
              <a:rPr lang="en-US" altLang="zh-CN" sz="2400" b="1" dirty="0"/>
              <a:t>《</a:t>
            </a:r>
            <a:r>
              <a:rPr lang="zh-CN" altLang="en-US" sz="2400" b="1" dirty="0"/>
              <a:t>建水记</a:t>
            </a:r>
            <a:r>
              <a:rPr lang="en-US" altLang="zh-CN" sz="2400" b="1" dirty="0"/>
              <a:t>》</a:t>
            </a:r>
            <a:r>
              <a:rPr lang="zh-CN" altLang="en-US" sz="2400" b="1" dirty="0"/>
              <a:t>是于坚在</a:t>
            </a:r>
            <a:r>
              <a:rPr lang="en-US" altLang="zh-CN" sz="2400" b="1" dirty="0"/>
              <a:t>2018</a:t>
            </a:r>
            <a:r>
              <a:rPr lang="zh-CN" altLang="en-US" sz="2400" b="1" dirty="0"/>
              <a:t>年出版的散文作品，汇集</a:t>
            </a:r>
            <a:r>
              <a:rPr lang="en-US" altLang="zh-CN" sz="2400" b="1" dirty="0"/>
              <a:t>37</a:t>
            </a:r>
            <a:r>
              <a:rPr lang="zh-CN" altLang="en-US" sz="2400" b="1" dirty="0"/>
              <a:t>篇文章及 </a:t>
            </a:r>
            <a:r>
              <a:rPr lang="en-US" altLang="zh-CN" sz="2400" b="1" dirty="0"/>
              <a:t>134</a:t>
            </a:r>
            <a:r>
              <a:rPr lang="zh-CN" altLang="en-US" sz="2400" b="1" dirty="0"/>
              <a:t>张照片，由楚尘文化推出。书中，于坚化身建水精神文化的代言人，深情地书写这个小城的乡愁，述说着一座古城的前世今生。这是一本关于古典生活、建筑、手艺的沉思录，是于坚追问何为“诗意地栖居”之作。该书曾获</a:t>
            </a:r>
            <a:r>
              <a:rPr lang="en-US" altLang="zh-CN" sz="2400" b="1" dirty="0"/>
              <a:t>2018</a:t>
            </a:r>
            <a:r>
              <a:rPr lang="zh-CN" altLang="en-US" sz="2400" b="1" dirty="0"/>
              <a:t>年度“书香昆明</a:t>
            </a:r>
            <a:r>
              <a:rPr lang="en-US" altLang="zh-CN" sz="2400" b="1" dirty="0"/>
              <a:t>·</a:t>
            </a:r>
            <a:r>
              <a:rPr lang="zh-CN" altLang="en-US" sz="2400" b="1" dirty="0"/>
              <a:t>好书评选系列活动”之“云南十大好书”等奖项。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57818" y="1571612"/>
            <a:ext cx="3614734" cy="4525963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b="1" dirty="0"/>
              <a:t> </a:t>
            </a:r>
            <a:r>
              <a:rPr lang="zh-CN" altLang="en-US" b="1" dirty="0" smtClean="0"/>
              <a:t>    </a:t>
            </a:r>
            <a:r>
              <a:rPr lang="en-US" altLang="zh-CN" b="1" dirty="0" smtClean="0"/>
              <a:t>《</a:t>
            </a:r>
            <a:r>
              <a:rPr lang="zh-CN" altLang="en-US" b="1" dirty="0"/>
              <a:t>建水记</a:t>
            </a:r>
            <a:r>
              <a:rPr lang="en-US" altLang="zh-CN" b="1" dirty="0"/>
              <a:t>》</a:t>
            </a:r>
            <a:r>
              <a:rPr lang="zh-CN" altLang="en-US" b="1" dirty="0"/>
              <a:t>在古代文化和现代汉语之间搭建了桥梁，生动呈现了云南古城建水的过去、当下和未来。阅读</a:t>
            </a:r>
            <a:r>
              <a:rPr lang="en-US" altLang="zh-CN" b="1" dirty="0"/>
              <a:t>《</a:t>
            </a:r>
            <a:r>
              <a:rPr lang="zh-CN" altLang="en-US" b="1" dirty="0"/>
              <a:t>建水记</a:t>
            </a:r>
            <a:r>
              <a:rPr lang="en-US" altLang="zh-CN" b="1" dirty="0"/>
              <a:t>》</a:t>
            </a:r>
            <a:r>
              <a:rPr lang="zh-CN" altLang="en-US" b="1" dirty="0"/>
              <a:t>，可以让人学会理解一座古城、一座建筑、一种仪式，学会如何安放、庇护人类的心灵。此次借助语文高考试题，考生们可以进一步了解诗人于坚，了解于坚秉承的汉语传统，以及其作品中蕴含的诗意与情怀。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5500694" cy="2943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14686"/>
            <a:ext cx="5500694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8143932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43438" y="214290"/>
            <a:ext cx="4286248" cy="6643710"/>
          </a:xfrm>
        </p:spPr>
        <p:txBody>
          <a:bodyPr>
            <a:normAutofit lnSpcReduction="10000"/>
          </a:bodyPr>
          <a:lstStyle/>
          <a:p>
            <a:r>
              <a:rPr lang="zh-CN" altLang="en-US" sz="2200" b="1" dirty="0"/>
              <a:t>“人类</a:t>
            </a:r>
            <a:r>
              <a:rPr lang="zh-CN" altLang="en-US" sz="2200" b="1" dirty="0" smtClean="0"/>
              <a:t>为什么</a:t>
            </a:r>
            <a:r>
              <a:rPr lang="zh-CN" altLang="en-US" sz="2200" b="1" dirty="0"/>
              <a:t>会有建水城这样的栖居地？它又为什么落后于时代？又为什么因‘落后’而鹤立鸡群，不同凡响？数十年来我一直在想这些问题。”在</a:t>
            </a:r>
            <a:r>
              <a:rPr lang="en-US" altLang="zh-CN" sz="2200" b="1" dirty="0"/>
              <a:t>《</a:t>
            </a:r>
            <a:r>
              <a:rPr lang="zh-CN" altLang="en-US" sz="2200" b="1" dirty="0"/>
              <a:t>建水记</a:t>
            </a:r>
            <a:r>
              <a:rPr lang="en-US" altLang="zh-CN" sz="2200" b="1" dirty="0"/>
              <a:t>》</a:t>
            </a:r>
            <a:r>
              <a:rPr lang="zh-CN" altLang="en-US" sz="2200" b="1" dirty="0"/>
              <a:t>中，于坚自己也如此发问。</a:t>
            </a:r>
          </a:p>
          <a:p>
            <a:r>
              <a:rPr lang="zh-CN" altLang="en-US" sz="2200" b="1" dirty="0" smtClean="0"/>
              <a:t>“</a:t>
            </a:r>
            <a:r>
              <a:rPr lang="zh-CN" altLang="en-US" sz="2200" b="1" dirty="0"/>
              <a:t>当下时代的教育，离生活很远。而在建水，我感受到离生活更近了一些，这也是这部作品想要呈现的。”建水的过去、当下和未来，隐喻着生活的过去、当下和未来，于坚说，“好吃、好玩、好在这些表象背后是对美好生活方式和本质的再一次探寻，而借着这一次语文高考试题，我也希望现在的孩子们能够更多一些生活美学的教育，离真正的生活更近一些。”</a:t>
            </a:r>
          </a:p>
          <a:p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5000628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643042" y="5214950"/>
            <a:ext cx="2500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建水水缘桥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 descr="C:\Users\86133\Desktop\1000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214290"/>
            <a:ext cx="7715304" cy="3071834"/>
          </a:xfrm>
          <a:prstGeom prst="rect">
            <a:avLst/>
          </a:prstGeom>
          <a:noFill/>
        </p:spPr>
      </p:pic>
      <p:pic>
        <p:nvPicPr>
          <p:cNvPr id="3075" name="Picture 3" descr="C:\Users\86133\Desktop\4b90f603738da97705d30cbcaaa00a1f8418e3a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500438"/>
            <a:ext cx="7715304" cy="321468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626121"/>
          </a:xfrm>
        </p:spPr>
        <p:txBody>
          <a:bodyPr>
            <a:normAutofit/>
          </a:bodyPr>
          <a:lstStyle/>
          <a:p>
            <a:r>
              <a:rPr lang="zh-CN" altLang="en-US" sz="2800" b="1" dirty="0" smtClean="0"/>
              <a:t>①</a:t>
            </a:r>
            <a:r>
              <a:rPr lang="zh-CN" altLang="en-US" sz="2800" b="1" dirty="0" smtClean="0"/>
              <a:t>文章运用大量笔墨写了建水城内临安饭店中食客满堂的场面，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表现了建水城的独具特色的</a:t>
            </a:r>
            <a:r>
              <a:rPr lang="zh-CN" altLang="en-US" sz="2800" b="1" u="sng" dirty="0" smtClean="0">
                <a:solidFill>
                  <a:srgbClr val="FF0000"/>
                </a:solidFill>
              </a:rPr>
              <a:t>地方风物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；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zh-CN" altLang="en-US" sz="2800" b="1" dirty="0" smtClean="0"/>
              <a:t>②</a:t>
            </a:r>
            <a:r>
              <a:rPr lang="zh-CN" altLang="en-US" sz="2800" b="1" dirty="0" smtClean="0"/>
              <a:t>文章还重点写了烧卖的做法，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以此表现建水城的</a:t>
            </a:r>
            <a:r>
              <a:rPr lang="zh-CN" altLang="en-US" sz="2800" b="1" u="sng" dirty="0" smtClean="0">
                <a:solidFill>
                  <a:srgbClr val="FF0000"/>
                </a:solidFill>
              </a:rPr>
              <a:t>历史传承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。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zh-CN" altLang="en-US" sz="2800" b="1" dirty="0" smtClean="0"/>
              <a:t>③后文中还重点写了小巷中蘑菇的香气和小巷里的人提着蔬菜行走，并对蔬菜进行了铺陈，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以此表现建水人的</a:t>
            </a:r>
            <a:r>
              <a:rPr lang="zh-CN" altLang="en-US" sz="2800" b="1" u="sng" dirty="0" smtClean="0">
                <a:solidFill>
                  <a:srgbClr val="FF0000"/>
                </a:solidFill>
              </a:rPr>
              <a:t>日常生活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和</a:t>
            </a:r>
            <a:r>
              <a:rPr lang="zh-CN" altLang="en-US" sz="2800" b="1" u="sng" dirty="0" smtClean="0">
                <a:solidFill>
                  <a:srgbClr val="FF0000"/>
                </a:solidFill>
              </a:rPr>
              <a:t>城的烟火气息，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这也是文章所要表现的</a:t>
            </a:r>
            <a:r>
              <a:rPr lang="zh-CN" altLang="en-US" sz="2800" b="1" u="sng" dirty="0" smtClean="0">
                <a:solidFill>
                  <a:srgbClr val="FF0000"/>
                </a:solidFill>
              </a:rPr>
              <a:t>建水古城的城市品格。</a:t>
            </a:r>
            <a:endParaRPr lang="zh-CN" altLang="en-US" sz="28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500042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①文章以空间的转换为行文线索，展开对建水的描写，</a:t>
            </a:r>
            <a:r>
              <a:rPr lang="zh-CN" altLang="en-US" b="1" dirty="0" smtClean="0">
                <a:solidFill>
                  <a:srgbClr val="FF0000"/>
                </a:solidFill>
              </a:rPr>
              <a:t>从城外的临安车站开始，依次写穿过城门，经过街道市场，胡同小巷最后进到家庭院落。</a:t>
            </a:r>
            <a:r>
              <a:rPr lang="zh-CN" altLang="en-US" b="1" dirty="0" smtClean="0"/>
              <a:t>②文章以时间的延续为思想线索，既</a:t>
            </a:r>
            <a:r>
              <a:rPr lang="zh-CN" altLang="en-US" b="1" dirty="0" smtClean="0">
                <a:solidFill>
                  <a:srgbClr val="FF0000"/>
                </a:solidFill>
              </a:rPr>
              <a:t>写了“原始之城”</a:t>
            </a:r>
            <a:r>
              <a:rPr lang="zh-CN" altLang="en-US" b="1" dirty="0" smtClean="0"/>
              <a:t>，又写了</a:t>
            </a:r>
            <a:r>
              <a:rPr lang="zh-CN" altLang="en-US" b="1" dirty="0" smtClean="0">
                <a:solidFill>
                  <a:srgbClr val="FF0000"/>
                </a:solidFill>
              </a:rPr>
              <a:t>今日的建水城</a:t>
            </a:r>
            <a:r>
              <a:rPr lang="zh-CN" altLang="en-US" b="1" dirty="0" smtClean="0"/>
              <a:t>，将</a:t>
            </a:r>
            <a:r>
              <a:rPr lang="zh-CN" altLang="en-US" b="1" dirty="0" smtClean="0">
                <a:solidFill>
                  <a:srgbClr val="FF0000"/>
                </a:solidFill>
              </a:rPr>
              <a:t>建水同时置于历史文化传承与当下日常生活中来描写</a:t>
            </a:r>
            <a:r>
              <a:rPr lang="zh-CN" altLang="en-US" b="1" dirty="0" smtClean="0"/>
              <a:t>，表现这座</a:t>
            </a:r>
            <a:r>
              <a:rPr lang="zh-CN" altLang="en-US" b="1" dirty="0" smtClean="0">
                <a:solidFill>
                  <a:srgbClr val="FF0000"/>
                </a:solidFill>
              </a:rPr>
              <a:t>古城经久不衰的生命活力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599</Words>
  <Application>Microsoft Office PowerPoint</Application>
  <PresentationFormat>全屏显示(4:3)</PresentationFormat>
  <Paragraphs>9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甘琴慧</dc:creator>
  <cp:lastModifiedBy>甘琴慧</cp:lastModifiedBy>
  <cp:revision>7</cp:revision>
  <dcterms:created xsi:type="dcterms:W3CDTF">2020-08-07T01:24:15Z</dcterms:created>
  <dcterms:modified xsi:type="dcterms:W3CDTF">2020-08-07T02:22:01Z</dcterms:modified>
</cp:coreProperties>
</file>