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media/image14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  <p:sldMasterId id="2147483820" r:id="rId2"/>
    <p:sldMasterId id="2147484839" r:id="rId3"/>
  </p:sldMasterIdLst>
  <p:notesMasterIdLst>
    <p:notesMasterId r:id="rId24"/>
  </p:notesMasterIdLst>
  <p:sldIdLst>
    <p:sldId id="1530" r:id="rId4"/>
    <p:sldId id="1457" r:id="rId5"/>
    <p:sldId id="1456" r:id="rId6"/>
    <p:sldId id="1541" r:id="rId7"/>
    <p:sldId id="1532" r:id="rId8"/>
    <p:sldId id="1533" r:id="rId9"/>
    <p:sldId id="1551" r:id="rId10"/>
    <p:sldId id="1552" r:id="rId11"/>
    <p:sldId id="1545" r:id="rId12"/>
    <p:sldId id="1546" r:id="rId13"/>
    <p:sldId id="1547" r:id="rId14"/>
    <p:sldId id="1550" r:id="rId15"/>
    <p:sldId id="1535" r:id="rId16"/>
    <p:sldId id="1553" r:id="rId17"/>
    <p:sldId id="1554" r:id="rId18"/>
    <p:sldId id="1555" r:id="rId19"/>
    <p:sldId id="1558" r:id="rId20"/>
    <p:sldId id="1559" r:id="rId21"/>
    <p:sldId id="1557" r:id="rId22"/>
    <p:sldId id="1451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84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79646"/>
    <a:srgbClr val="99FF66"/>
    <a:srgbClr val="E301D1"/>
    <a:srgbClr val="E56276"/>
    <a:srgbClr val="00FFFF"/>
    <a:srgbClr val="CFE0EA"/>
    <a:srgbClr val="CFE8ED"/>
    <a:srgbClr val="211E16"/>
    <a:srgbClr val="0F05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84" autoAdjust="0"/>
    <p:restoredTop sz="83392" autoAdjust="0"/>
  </p:normalViewPr>
  <p:slideViewPr>
    <p:cSldViewPr>
      <p:cViewPr varScale="1">
        <p:scale>
          <a:sx n="115" d="100"/>
          <a:sy n="115" d="100"/>
        </p:scale>
        <p:origin x="342" y="102"/>
      </p:cViewPr>
      <p:guideLst>
        <p:guide orient="horz" pos="2160"/>
        <p:guide pos="3840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18841-1CE2-4F6C-86A6-E301FF001514}" type="datetimeFigureOut">
              <a:rPr lang="zh-CN" altLang="en-US" smtClean="0"/>
              <a:t>2020/9/23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CF714A-FF30-45AE-8878-FFB1DFF36D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020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1" y="1122394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3F3AC0-D1D8-4280-9828-90CF6DB133A0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48B2CA-E6C2-4FFE-A579-BFA6CF67629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18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维建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1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同侧圆角矩形 6"/>
          <p:cNvSpPr/>
          <p:nvPr userDrawn="1"/>
        </p:nvSpPr>
        <p:spPr>
          <a:xfrm flipV="1">
            <a:off x="396847" y="5599722"/>
            <a:ext cx="11393348" cy="773439"/>
          </a:xfrm>
          <a:prstGeom prst="round2Same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96847" y="1446468"/>
            <a:ext cx="11393348" cy="462905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396847" y="368350"/>
            <a:ext cx="11393348" cy="1078080"/>
          </a:xfrm>
          <a:custGeom>
            <a:avLst/>
            <a:gdLst>
              <a:gd name="connsiteX0" fmla="*/ 11061165 w 11393348"/>
              <a:gd name="connsiteY0" fmla="*/ 59498 h 1078080"/>
              <a:gd name="connsiteX1" fmla="*/ 10957047 w 11393348"/>
              <a:gd name="connsiteY1" fmla="*/ 163617 h 1078080"/>
              <a:gd name="connsiteX2" fmla="*/ 11061165 w 11393348"/>
              <a:gd name="connsiteY2" fmla="*/ 267735 h 1078080"/>
              <a:gd name="connsiteX3" fmla="*/ 11165283 w 11393348"/>
              <a:gd name="connsiteY3" fmla="*/ 163617 h 1078080"/>
              <a:gd name="connsiteX4" fmla="*/ 11061165 w 11393348"/>
              <a:gd name="connsiteY4" fmla="*/ 59498 h 1078080"/>
              <a:gd name="connsiteX5" fmla="*/ 10745617 w 11393348"/>
              <a:gd name="connsiteY5" fmla="*/ 59498 h 1078080"/>
              <a:gd name="connsiteX6" fmla="*/ 10641499 w 11393348"/>
              <a:gd name="connsiteY6" fmla="*/ 163617 h 1078080"/>
              <a:gd name="connsiteX7" fmla="*/ 10745617 w 11393348"/>
              <a:gd name="connsiteY7" fmla="*/ 267735 h 1078080"/>
              <a:gd name="connsiteX8" fmla="*/ 10849735 w 11393348"/>
              <a:gd name="connsiteY8" fmla="*/ 163617 h 1078080"/>
              <a:gd name="connsiteX9" fmla="*/ 10745617 w 11393348"/>
              <a:gd name="connsiteY9" fmla="*/ 59498 h 1078080"/>
              <a:gd name="connsiteX10" fmla="*/ 10430058 w 11393348"/>
              <a:gd name="connsiteY10" fmla="*/ 59498 h 1078080"/>
              <a:gd name="connsiteX11" fmla="*/ 10325940 w 11393348"/>
              <a:gd name="connsiteY11" fmla="*/ 163617 h 1078080"/>
              <a:gd name="connsiteX12" fmla="*/ 10430058 w 11393348"/>
              <a:gd name="connsiteY12" fmla="*/ 267735 h 1078080"/>
              <a:gd name="connsiteX13" fmla="*/ 10534176 w 11393348"/>
              <a:gd name="connsiteY13" fmla="*/ 163617 h 1078080"/>
              <a:gd name="connsiteX14" fmla="*/ 10430058 w 11393348"/>
              <a:gd name="connsiteY14" fmla="*/ 59498 h 1078080"/>
              <a:gd name="connsiteX15" fmla="*/ 10114500 w 11393348"/>
              <a:gd name="connsiteY15" fmla="*/ 59498 h 1078080"/>
              <a:gd name="connsiteX16" fmla="*/ 10010381 w 11393348"/>
              <a:gd name="connsiteY16" fmla="*/ 163617 h 1078080"/>
              <a:gd name="connsiteX17" fmla="*/ 10114500 w 11393348"/>
              <a:gd name="connsiteY17" fmla="*/ 267735 h 1078080"/>
              <a:gd name="connsiteX18" fmla="*/ 10218618 w 11393348"/>
              <a:gd name="connsiteY18" fmla="*/ 163617 h 1078080"/>
              <a:gd name="connsiteX19" fmla="*/ 10114500 w 11393348"/>
              <a:gd name="connsiteY19" fmla="*/ 59498 h 1078080"/>
              <a:gd name="connsiteX20" fmla="*/ 9798941 w 11393348"/>
              <a:gd name="connsiteY20" fmla="*/ 59498 h 1078080"/>
              <a:gd name="connsiteX21" fmla="*/ 9694823 w 11393348"/>
              <a:gd name="connsiteY21" fmla="*/ 163617 h 1078080"/>
              <a:gd name="connsiteX22" fmla="*/ 9798941 w 11393348"/>
              <a:gd name="connsiteY22" fmla="*/ 267735 h 1078080"/>
              <a:gd name="connsiteX23" fmla="*/ 9903059 w 11393348"/>
              <a:gd name="connsiteY23" fmla="*/ 163617 h 1078080"/>
              <a:gd name="connsiteX24" fmla="*/ 9798941 w 11393348"/>
              <a:gd name="connsiteY24" fmla="*/ 59498 h 1078080"/>
              <a:gd name="connsiteX25" fmla="*/ 9483382 w 11393348"/>
              <a:gd name="connsiteY25" fmla="*/ 59498 h 1078080"/>
              <a:gd name="connsiteX26" fmla="*/ 9379264 w 11393348"/>
              <a:gd name="connsiteY26" fmla="*/ 163617 h 1078080"/>
              <a:gd name="connsiteX27" fmla="*/ 9483382 w 11393348"/>
              <a:gd name="connsiteY27" fmla="*/ 267735 h 1078080"/>
              <a:gd name="connsiteX28" fmla="*/ 9587501 w 11393348"/>
              <a:gd name="connsiteY28" fmla="*/ 163617 h 1078080"/>
              <a:gd name="connsiteX29" fmla="*/ 9483382 w 11393348"/>
              <a:gd name="connsiteY29" fmla="*/ 59498 h 1078080"/>
              <a:gd name="connsiteX30" fmla="*/ 9167824 w 11393348"/>
              <a:gd name="connsiteY30" fmla="*/ 59498 h 1078080"/>
              <a:gd name="connsiteX31" fmla="*/ 9063706 w 11393348"/>
              <a:gd name="connsiteY31" fmla="*/ 163617 h 1078080"/>
              <a:gd name="connsiteX32" fmla="*/ 9167824 w 11393348"/>
              <a:gd name="connsiteY32" fmla="*/ 267735 h 1078080"/>
              <a:gd name="connsiteX33" fmla="*/ 9271942 w 11393348"/>
              <a:gd name="connsiteY33" fmla="*/ 163617 h 1078080"/>
              <a:gd name="connsiteX34" fmla="*/ 9167824 w 11393348"/>
              <a:gd name="connsiteY34" fmla="*/ 59498 h 1078080"/>
              <a:gd name="connsiteX35" fmla="*/ 8852265 w 11393348"/>
              <a:gd name="connsiteY35" fmla="*/ 59498 h 1078080"/>
              <a:gd name="connsiteX36" fmla="*/ 8748147 w 11393348"/>
              <a:gd name="connsiteY36" fmla="*/ 163617 h 1078080"/>
              <a:gd name="connsiteX37" fmla="*/ 8852265 w 11393348"/>
              <a:gd name="connsiteY37" fmla="*/ 267735 h 1078080"/>
              <a:gd name="connsiteX38" fmla="*/ 8956383 w 11393348"/>
              <a:gd name="connsiteY38" fmla="*/ 163617 h 1078080"/>
              <a:gd name="connsiteX39" fmla="*/ 8852265 w 11393348"/>
              <a:gd name="connsiteY39" fmla="*/ 59498 h 1078080"/>
              <a:gd name="connsiteX40" fmla="*/ 8536707 w 11393348"/>
              <a:gd name="connsiteY40" fmla="*/ 59498 h 1078080"/>
              <a:gd name="connsiteX41" fmla="*/ 8432588 w 11393348"/>
              <a:gd name="connsiteY41" fmla="*/ 163617 h 1078080"/>
              <a:gd name="connsiteX42" fmla="*/ 8536707 w 11393348"/>
              <a:gd name="connsiteY42" fmla="*/ 267735 h 1078080"/>
              <a:gd name="connsiteX43" fmla="*/ 8640825 w 11393348"/>
              <a:gd name="connsiteY43" fmla="*/ 163617 h 1078080"/>
              <a:gd name="connsiteX44" fmla="*/ 8536707 w 11393348"/>
              <a:gd name="connsiteY44" fmla="*/ 59498 h 1078080"/>
              <a:gd name="connsiteX45" fmla="*/ 8221148 w 11393348"/>
              <a:gd name="connsiteY45" fmla="*/ 59498 h 1078080"/>
              <a:gd name="connsiteX46" fmla="*/ 8117029 w 11393348"/>
              <a:gd name="connsiteY46" fmla="*/ 163617 h 1078080"/>
              <a:gd name="connsiteX47" fmla="*/ 8221148 w 11393348"/>
              <a:gd name="connsiteY47" fmla="*/ 267735 h 1078080"/>
              <a:gd name="connsiteX48" fmla="*/ 8325266 w 11393348"/>
              <a:gd name="connsiteY48" fmla="*/ 163617 h 1078080"/>
              <a:gd name="connsiteX49" fmla="*/ 8221148 w 11393348"/>
              <a:gd name="connsiteY49" fmla="*/ 59498 h 1078080"/>
              <a:gd name="connsiteX50" fmla="*/ 7905590 w 11393348"/>
              <a:gd name="connsiteY50" fmla="*/ 59498 h 1078080"/>
              <a:gd name="connsiteX51" fmla="*/ 7801471 w 11393348"/>
              <a:gd name="connsiteY51" fmla="*/ 163617 h 1078080"/>
              <a:gd name="connsiteX52" fmla="*/ 7905590 w 11393348"/>
              <a:gd name="connsiteY52" fmla="*/ 267735 h 1078080"/>
              <a:gd name="connsiteX53" fmla="*/ 8009707 w 11393348"/>
              <a:gd name="connsiteY53" fmla="*/ 163617 h 1078080"/>
              <a:gd name="connsiteX54" fmla="*/ 7905590 w 11393348"/>
              <a:gd name="connsiteY54" fmla="*/ 59498 h 1078080"/>
              <a:gd name="connsiteX55" fmla="*/ 7590031 w 11393348"/>
              <a:gd name="connsiteY55" fmla="*/ 59498 h 1078080"/>
              <a:gd name="connsiteX56" fmla="*/ 7485913 w 11393348"/>
              <a:gd name="connsiteY56" fmla="*/ 163617 h 1078080"/>
              <a:gd name="connsiteX57" fmla="*/ 7590031 w 11393348"/>
              <a:gd name="connsiteY57" fmla="*/ 267735 h 1078080"/>
              <a:gd name="connsiteX58" fmla="*/ 7694149 w 11393348"/>
              <a:gd name="connsiteY58" fmla="*/ 163617 h 1078080"/>
              <a:gd name="connsiteX59" fmla="*/ 7590031 w 11393348"/>
              <a:gd name="connsiteY59" fmla="*/ 59498 h 1078080"/>
              <a:gd name="connsiteX60" fmla="*/ 7274472 w 11393348"/>
              <a:gd name="connsiteY60" fmla="*/ 59498 h 1078080"/>
              <a:gd name="connsiteX61" fmla="*/ 7170354 w 11393348"/>
              <a:gd name="connsiteY61" fmla="*/ 163617 h 1078080"/>
              <a:gd name="connsiteX62" fmla="*/ 7274472 w 11393348"/>
              <a:gd name="connsiteY62" fmla="*/ 267735 h 1078080"/>
              <a:gd name="connsiteX63" fmla="*/ 7378591 w 11393348"/>
              <a:gd name="connsiteY63" fmla="*/ 163617 h 1078080"/>
              <a:gd name="connsiteX64" fmla="*/ 7274472 w 11393348"/>
              <a:gd name="connsiteY64" fmla="*/ 59498 h 1078080"/>
              <a:gd name="connsiteX65" fmla="*/ 6958914 w 11393348"/>
              <a:gd name="connsiteY65" fmla="*/ 59498 h 1078080"/>
              <a:gd name="connsiteX66" fmla="*/ 6854796 w 11393348"/>
              <a:gd name="connsiteY66" fmla="*/ 163617 h 1078080"/>
              <a:gd name="connsiteX67" fmla="*/ 6958914 w 11393348"/>
              <a:gd name="connsiteY67" fmla="*/ 267735 h 1078080"/>
              <a:gd name="connsiteX68" fmla="*/ 7063032 w 11393348"/>
              <a:gd name="connsiteY68" fmla="*/ 163617 h 1078080"/>
              <a:gd name="connsiteX69" fmla="*/ 6958914 w 11393348"/>
              <a:gd name="connsiteY69" fmla="*/ 59498 h 1078080"/>
              <a:gd name="connsiteX70" fmla="*/ 6643355 w 11393348"/>
              <a:gd name="connsiteY70" fmla="*/ 59498 h 1078080"/>
              <a:gd name="connsiteX71" fmla="*/ 6539237 w 11393348"/>
              <a:gd name="connsiteY71" fmla="*/ 163617 h 1078080"/>
              <a:gd name="connsiteX72" fmla="*/ 6643355 w 11393348"/>
              <a:gd name="connsiteY72" fmla="*/ 267735 h 1078080"/>
              <a:gd name="connsiteX73" fmla="*/ 6747473 w 11393348"/>
              <a:gd name="connsiteY73" fmla="*/ 163617 h 1078080"/>
              <a:gd name="connsiteX74" fmla="*/ 6643355 w 11393348"/>
              <a:gd name="connsiteY74" fmla="*/ 59498 h 1078080"/>
              <a:gd name="connsiteX75" fmla="*/ 6327797 w 11393348"/>
              <a:gd name="connsiteY75" fmla="*/ 59498 h 1078080"/>
              <a:gd name="connsiteX76" fmla="*/ 6223678 w 11393348"/>
              <a:gd name="connsiteY76" fmla="*/ 163617 h 1078080"/>
              <a:gd name="connsiteX77" fmla="*/ 6327797 w 11393348"/>
              <a:gd name="connsiteY77" fmla="*/ 267735 h 1078080"/>
              <a:gd name="connsiteX78" fmla="*/ 6431915 w 11393348"/>
              <a:gd name="connsiteY78" fmla="*/ 163617 h 1078080"/>
              <a:gd name="connsiteX79" fmla="*/ 6327797 w 11393348"/>
              <a:gd name="connsiteY79" fmla="*/ 59498 h 1078080"/>
              <a:gd name="connsiteX80" fmla="*/ 6012238 w 11393348"/>
              <a:gd name="connsiteY80" fmla="*/ 59498 h 1078080"/>
              <a:gd name="connsiteX81" fmla="*/ 5908120 w 11393348"/>
              <a:gd name="connsiteY81" fmla="*/ 163617 h 1078080"/>
              <a:gd name="connsiteX82" fmla="*/ 6012238 w 11393348"/>
              <a:gd name="connsiteY82" fmla="*/ 267735 h 1078080"/>
              <a:gd name="connsiteX83" fmla="*/ 6116356 w 11393348"/>
              <a:gd name="connsiteY83" fmla="*/ 163617 h 1078080"/>
              <a:gd name="connsiteX84" fmla="*/ 6012238 w 11393348"/>
              <a:gd name="connsiteY84" fmla="*/ 59498 h 1078080"/>
              <a:gd name="connsiteX85" fmla="*/ 5696680 w 11393348"/>
              <a:gd name="connsiteY85" fmla="*/ 59498 h 1078080"/>
              <a:gd name="connsiteX86" fmla="*/ 5592561 w 11393348"/>
              <a:gd name="connsiteY86" fmla="*/ 163617 h 1078080"/>
              <a:gd name="connsiteX87" fmla="*/ 5696680 w 11393348"/>
              <a:gd name="connsiteY87" fmla="*/ 267735 h 1078080"/>
              <a:gd name="connsiteX88" fmla="*/ 5800798 w 11393348"/>
              <a:gd name="connsiteY88" fmla="*/ 163617 h 1078080"/>
              <a:gd name="connsiteX89" fmla="*/ 5696680 w 11393348"/>
              <a:gd name="connsiteY89" fmla="*/ 59498 h 1078080"/>
              <a:gd name="connsiteX90" fmla="*/ 5381121 w 11393348"/>
              <a:gd name="connsiteY90" fmla="*/ 59498 h 1078080"/>
              <a:gd name="connsiteX91" fmla="*/ 5277003 w 11393348"/>
              <a:gd name="connsiteY91" fmla="*/ 163617 h 1078080"/>
              <a:gd name="connsiteX92" fmla="*/ 5381121 w 11393348"/>
              <a:gd name="connsiteY92" fmla="*/ 267735 h 1078080"/>
              <a:gd name="connsiteX93" fmla="*/ 5485239 w 11393348"/>
              <a:gd name="connsiteY93" fmla="*/ 163617 h 1078080"/>
              <a:gd name="connsiteX94" fmla="*/ 5381121 w 11393348"/>
              <a:gd name="connsiteY94" fmla="*/ 59498 h 1078080"/>
              <a:gd name="connsiteX95" fmla="*/ 5065562 w 11393348"/>
              <a:gd name="connsiteY95" fmla="*/ 59498 h 1078080"/>
              <a:gd name="connsiteX96" fmla="*/ 4961444 w 11393348"/>
              <a:gd name="connsiteY96" fmla="*/ 163617 h 1078080"/>
              <a:gd name="connsiteX97" fmla="*/ 5065562 w 11393348"/>
              <a:gd name="connsiteY97" fmla="*/ 267735 h 1078080"/>
              <a:gd name="connsiteX98" fmla="*/ 5169680 w 11393348"/>
              <a:gd name="connsiteY98" fmla="*/ 163617 h 1078080"/>
              <a:gd name="connsiteX99" fmla="*/ 5065562 w 11393348"/>
              <a:gd name="connsiteY99" fmla="*/ 59498 h 1078080"/>
              <a:gd name="connsiteX100" fmla="*/ 4750004 w 11393348"/>
              <a:gd name="connsiteY100" fmla="*/ 59498 h 1078080"/>
              <a:gd name="connsiteX101" fmla="*/ 4645885 w 11393348"/>
              <a:gd name="connsiteY101" fmla="*/ 163617 h 1078080"/>
              <a:gd name="connsiteX102" fmla="*/ 4750004 w 11393348"/>
              <a:gd name="connsiteY102" fmla="*/ 267735 h 1078080"/>
              <a:gd name="connsiteX103" fmla="*/ 4854122 w 11393348"/>
              <a:gd name="connsiteY103" fmla="*/ 163617 h 1078080"/>
              <a:gd name="connsiteX104" fmla="*/ 4750004 w 11393348"/>
              <a:gd name="connsiteY104" fmla="*/ 59498 h 1078080"/>
              <a:gd name="connsiteX105" fmla="*/ 4434445 w 11393348"/>
              <a:gd name="connsiteY105" fmla="*/ 59498 h 1078080"/>
              <a:gd name="connsiteX106" fmla="*/ 4330327 w 11393348"/>
              <a:gd name="connsiteY106" fmla="*/ 163617 h 1078080"/>
              <a:gd name="connsiteX107" fmla="*/ 4434445 w 11393348"/>
              <a:gd name="connsiteY107" fmla="*/ 267735 h 1078080"/>
              <a:gd name="connsiteX108" fmla="*/ 4538564 w 11393348"/>
              <a:gd name="connsiteY108" fmla="*/ 163617 h 1078080"/>
              <a:gd name="connsiteX109" fmla="*/ 4434445 w 11393348"/>
              <a:gd name="connsiteY109" fmla="*/ 59498 h 1078080"/>
              <a:gd name="connsiteX110" fmla="*/ 4118886 w 11393348"/>
              <a:gd name="connsiteY110" fmla="*/ 59498 h 1078080"/>
              <a:gd name="connsiteX111" fmla="*/ 4014769 w 11393348"/>
              <a:gd name="connsiteY111" fmla="*/ 163617 h 1078080"/>
              <a:gd name="connsiteX112" fmla="*/ 4118886 w 11393348"/>
              <a:gd name="connsiteY112" fmla="*/ 267735 h 1078080"/>
              <a:gd name="connsiteX113" fmla="*/ 4223004 w 11393348"/>
              <a:gd name="connsiteY113" fmla="*/ 163617 h 1078080"/>
              <a:gd name="connsiteX114" fmla="*/ 4118886 w 11393348"/>
              <a:gd name="connsiteY114" fmla="*/ 59498 h 1078080"/>
              <a:gd name="connsiteX115" fmla="*/ 3803328 w 11393348"/>
              <a:gd name="connsiteY115" fmla="*/ 59498 h 1078080"/>
              <a:gd name="connsiteX116" fmla="*/ 3699210 w 11393348"/>
              <a:gd name="connsiteY116" fmla="*/ 163617 h 1078080"/>
              <a:gd name="connsiteX117" fmla="*/ 3803328 w 11393348"/>
              <a:gd name="connsiteY117" fmla="*/ 267735 h 1078080"/>
              <a:gd name="connsiteX118" fmla="*/ 3907446 w 11393348"/>
              <a:gd name="connsiteY118" fmla="*/ 163617 h 1078080"/>
              <a:gd name="connsiteX119" fmla="*/ 3803328 w 11393348"/>
              <a:gd name="connsiteY119" fmla="*/ 59498 h 1078080"/>
              <a:gd name="connsiteX120" fmla="*/ 3487769 w 11393348"/>
              <a:gd name="connsiteY120" fmla="*/ 59498 h 1078080"/>
              <a:gd name="connsiteX121" fmla="*/ 3383651 w 11393348"/>
              <a:gd name="connsiteY121" fmla="*/ 163617 h 1078080"/>
              <a:gd name="connsiteX122" fmla="*/ 3487769 w 11393348"/>
              <a:gd name="connsiteY122" fmla="*/ 267735 h 1078080"/>
              <a:gd name="connsiteX123" fmla="*/ 3591887 w 11393348"/>
              <a:gd name="connsiteY123" fmla="*/ 163617 h 1078080"/>
              <a:gd name="connsiteX124" fmla="*/ 3487769 w 11393348"/>
              <a:gd name="connsiteY124" fmla="*/ 59498 h 1078080"/>
              <a:gd name="connsiteX125" fmla="*/ 3172211 w 11393348"/>
              <a:gd name="connsiteY125" fmla="*/ 59498 h 1078080"/>
              <a:gd name="connsiteX126" fmla="*/ 3068092 w 11393348"/>
              <a:gd name="connsiteY126" fmla="*/ 163617 h 1078080"/>
              <a:gd name="connsiteX127" fmla="*/ 3172211 w 11393348"/>
              <a:gd name="connsiteY127" fmla="*/ 267735 h 1078080"/>
              <a:gd name="connsiteX128" fmla="*/ 3276329 w 11393348"/>
              <a:gd name="connsiteY128" fmla="*/ 163617 h 1078080"/>
              <a:gd name="connsiteX129" fmla="*/ 3172211 w 11393348"/>
              <a:gd name="connsiteY129" fmla="*/ 59498 h 1078080"/>
              <a:gd name="connsiteX130" fmla="*/ 2856652 w 11393348"/>
              <a:gd name="connsiteY130" fmla="*/ 59498 h 1078080"/>
              <a:gd name="connsiteX131" fmla="*/ 2752534 w 11393348"/>
              <a:gd name="connsiteY131" fmla="*/ 163617 h 1078080"/>
              <a:gd name="connsiteX132" fmla="*/ 2856652 w 11393348"/>
              <a:gd name="connsiteY132" fmla="*/ 267735 h 1078080"/>
              <a:gd name="connsiteX133" fmla="*/ 2960770 w 11393348"/>
              <a:gd name="connsiteY133" fmla="*/ 163617 h 1078080"/>
              <a:gd name="connsiteX134" fmla="*/ 2856652 w 11393348"/>
              <a:gd name="connsiteY134" fmla="*/ 59498 h 1078080"/>
              <a:gd name="connsiteX135" fmla="*/ 2541093 w 11393348"/>
              <a:gd name="connsiteY135" fmla="*/ 59498 h 1078080"/>
              <a:gd name="connsiteX136" fmla="*/ 2436975 w 11393348"/>
              <a:gd name="connsiteY136" fmla="*/ 163617 h 1078080"/>
              <a:gd name="connsiteX137" fmla="*/ 2541093 w 11393348"/>
              <a:gd name="connsiteY137" fmla="*/ 267735 h 1078080"/>
              <a:gd name="connsiteX138" fmla="*/ 2645212 w 11393348"/>
              <a:gd name="connsiteY138" fmla="*/ 163617 h 1078080"/>
              <a:gd name="connsiteX139" fmla="*/ 2541093 w 11393348"/>
              <a:gd name="connsiteY139" fmla="*/ 59498 h 1078080"/>
              <a:gd name="connsiteX140" fmla="*/ 2225535 w 11393348"/>
              <a:gd name="connsiteY140" fmla="*/ 59498 h 1078080"/>
              <a:gd name="connsiteX141" fmla="*/ 2121417 w 11393348"/>
              <a:gd name="connsiteY141" fmla="*/ 163617 h 1078080"/>
              <a:gd name="connsiteX142" fmla="*/ 2225535 w 11393348"/>
              <a:gd name="connsiteY142" fmla="*/ 267735 h 1078080"/>
              <a:gd name="connsiteX143" fmla="*/ 2329653 w 11393348"/>
              <a:gd name="connsiteY143" fmla="*/ 163617 h 1078080"/>
              <a:gd name="connsiteX144" fmla="*/ 2225535 w 11393348"/>
              <a:gd name="connsiteY144" fmla="*/ 59498 h 1078080"/>
              <a:gd name="connsiteX145" fmla="*/ 1909976 w 11393348"/>
              <a:gd name="connsiteY145" fmla="*/ 59498 h 1078080"/>
              <a:gd name="connsiteX146" fmla="*/ 1805858 w 11393348"/>
              <a:gd name="connsiteY146" fmla="*/ 163617 h 1078080"/>
              <a:gd name="connsiteX147" fmla="*/ 1909976 w 11393348"/>
              <a:gd name="connsiteY147" fmla="*/ 267735 h 1078080"/>
              <a:gd name="connsiteX148" fmla="*/ 2014094 w 11393348"/>
              <a:gd name="connsiteY148" fmla="*/ 163617 h 1078080"/>
              <a:gd name="connsiteX149" fmla="*/ 1909976 w 11393348"/>
              <a:gd name="connsiteY149" fmla="*/ 59498 h 1078080"/>
              <a:gd name="connsiteX150" fmla="*/ 1594417 w 11393348"/>
              <a:gd name="connsiteY150" fmla="*/ 59498 h 1078080"/>
              <a:gd name="connsiteX151" fmla="*/ 1490299 w 11393348"/>
              <a:gd name="connsiteY151" fmla="*/ 163617 h 1078080"/>
              <a:gd name="connsiteX152" fmla="*/ 1594417 w 11393348"/>
              <a:gd name="connsiteY152" fmla="*/ 267735 h 1078080"/>
              <a:gd name="connsiteX153" fmla="*/ 1698536 w 11393348"/>
              <a:gd name="connsiteY153" fmla="*/ 163617 h 1078080"/>
              <a:gd name="connsiteX154" fmla="*/ 1594417 w 11393348"/>
              <a:gd name="connsiteY154" fmla="*/ 59498 h 1078080"/>
              <a:gd name="connsiteX155" fmla="*/ 1278859 w 11393348"/>
              <a:gd name="connsiteY155" fmla="*/ 59498 h 1078080"/>
              <a:gd name="connsiteX156" fmla="*/ 1174741 w 11393348"/>
              <a:gd name="connsiteY156" fmla="*/ 163617 h 1078080"/>
              <a:gd name="connsiteX157" fmla="*/ 1278859 w 11393348"/>
              <a:gd name="connsiteY157" fmla="*/ 267735 h 1078080"/>
              <a:gd name="connsiteX158" fmla="*/ 1382977 w 11393348"/>
              <a:gd name="connsiteY158" fmla="*/ 163617 h 1078080"/>
              <a:gd name="connsiteX159" fmla="*/ 1278859 w 11393348"/>
              <a:gd name="connsiteY159" fmla="*/ 59498 h 1078080"/>
              <a:gd name="connsiteX160" fmla="*/ 963300 w 11393348"/>
              <a:gd name="connsiteY160" fmla="*/ 59498 h 1078080"/>
              <a:gd name="connsiteX161" fmla="*/ 859182 w 11393348"/>
              <a:gd name="connsiteY161" fmla="*/ 163617 h 1078080"/>
              <a:gd name="connsiteX162" fmla="*/ 963300 w 11393348"/>
              <a:gd name="connsiteY162" fmla="*/ 267735 h 1078080"/>
              <a:gd name="connsiteX163" fmla="*/ 1067418 w 11393348"/>
              <a:gd name="connsiteY163" fmla="*/ 163617 h 1078080"/>
              <a:gd name="connsiteX164" fmla="*/ 963300 w 11393348"/>
              <a:gd name="connsiteY164" fmla="*/ 59498 h 1078080"/>
              <a:gd name="connsiteX165" fmla="*/ 647742 w 11393348"/>
              <a:gd name="connsiteY165" fmla="*/ 59498 h 1078080"/>
              <a:gd name="connsiteX166" fmla="*/ 543623 w 11393348"/>
              <a:gd name="connsiteY166" fmla="*/ 163617 h 1078080"/>
              <a:gd name="connsiteX167" fmla="*/ 647742 w 11393348"/>
              <a:gd name="connsiteY167" fmla="*/ 267735 h 1078080"/>
              <a:gd name="connsiteX168" fmla="*/ 751860 w 11393348"/>
              <a:gd name="connsiteY168" fmla="*/ 163617 h 1078080"/>
              <a:gd name="connsiteX169" fmla="*/ 647742 w 11393348"/>
              <a:gd name="connsiteY169" fmla="*/ 59498 h 1078080"/>
              <a:gd name="connsiteX170" fmla="*/ 332183 w 11393348"/>
              <a:gd name="connsiteY170" fmla="*/ 59498 h 1078080"/>
              <a:gd name="connsiteX171" fmla="*/ 228065 w 11393348"/>
              <a:gd name="connsiteY171" fmla="*/ 163617 h 1078080"/>
              <a:gd name="connsiteX172" fmla="*/ 332183 w 11393348"/>
              <a:gd name="connsiteY172" fmla="*/ 267735 h 1078080"/>
              <a:gd name="connsiteX173" fmla="*/ 436301 w 11393348"/>
              <a:gd name="connsiteY173" fmla="*/ 163617 h 1078080"/>
              <a:gd name="connsiteX174" fmla="*/ 332183 w 11393348"/>
              <a:gd name="connsiteY174" fmla="*/ 59498 h 1078080"/>
              <a:gd name="connsiteX175" fmla="*/ 178490 w 11393348"/>
              <a:gd name="connsiteY175" fmla="*/ 0 h 1078080"/>
              <a:gd name="connsiteX176" fmla="*/ 11214858 w 11393348"/>
              <a:gd name="connsiteY176" fmla="*/ 0 h 1078080"/>
              <a:gd name="connsiteX177" fmla="*/ 11393348 w 11393348"/>
              <a:gd name="connsiteY177" fmla="*/ 178490 h 1078080"/>
              <a:gd name="connsiteX178" fmla="*/ 11393348 w 11393348"/>
              <a:gd name="connsiteY178" fmla="*/ 711784 h 1078080"/>
              <a:gd name="connsiteX179" fmla="*/ 11393348 w 11393348"/>
              <a:gd name="connsiteY179" fmla="*/ 1070917 h 1078080"/>
              <a:gd name="connsiteX180" fmla="*/ 11393348 w 11393348"/>
              <a:gd name="connsiteY180" fmla="*/ 1078080 h 1078080"/>
              <a:gd name="connsiteX181" fmla="*/ 0 w 11393348"/>
              <a:gd name="connsiteY181" fmla="*/ 1078080 h 1078080"/>
              <a:gd name="connsiteX182" fmla="*/ 0 w 11393348"/>
              <a:gd name="connsiteY182" fmla="*/ 1070917 h 1078080"/>
              <a:gd name="connsiteX183" fmla="*/ 0 w 11393348"/>
              <a:gd name="connsiteY183" fmla="*/ 711784 h 1078080"/>
              <a:gd name="connsiteX184" fmla="*/ 0 w 11393348"/>
              <a:gd name="connsiteY184" fmla="*/ 178490 h 1078080"/>
              <a:gd name="connsiteX185" fmla="*/ 178490 w 11393348"/>
              <a:gd name="connsiteY185" fmla="*/ 0 h 107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1393348" h="1078080">
                <a:moveTo>
                  <a:pt x="11061165" y="59498"/>
                </a:moveTo>
                <a:cubicBezTo>
                  <a:pt x="11003663" y="59498"/>
                  <a:pt x="10957047" y="106114"/>
                  <a:pt x="10957047" y="163617"/>
                </a:cubicBezTo>
                <a:cubicBezTo>
                  <a:pt x="10957047" y="221119"/>
                  <a:pt x="11003663" y="267735"/>
                  <a:pt x="11061165" y="267735"/>
                </a:cubicBezTo>
                <a:cubicBezTo>
                  <a:pt x="11118667" y="267735"/>
                  <a:pt x="11165283" y="221119"/>
                  <a:pt x="11165283" y="163617"/>
                </a:cubicBezTo>
                <a:cubicBezTo>
                  <a:pt x="11165283" y="106114"/>
                  <a:pt x="11118667" y="59498"/>
                  <a:pt x="11061165" y="59498"/>
                </a:cubicBezTo>
                <a:close/>
                <a:moveTo>
                  <a:pt x="10745617" y="59498"/>
                </a:moveTo>
                <a:cubicBezTo>
                  <a:pt x="10688115" y="59498"/>
                  <a:pt x="10641499" y="106114"/>
                  <a:pt x="10641499" y="163617"/>
                </a:cubicBezTo>
                <a:cubicBezTo>
                  <a:pt x="10641499" y="221119"/>
                  <a:pt x="10688115" y="267735"/>
                  <a:pt x="10745617" y="267735"/>
                </a:cubicBezTo>
                <a:cubicBezTo>
                  <a:pt x="10803119" y="267735"/>
                  <a:pt x="10849735" y="221119"/>
                  <a:pt x="10849735" y="163617"/>
                </a:cubicBezTo>
                <a:cubicBezTo>
                  <a:pt x="10849735" y="106114"/>
                  <a:pt x="10803119" y="59498"/>
                  <a:pt x="10745617" y="59498"/>
                </a:cubicBezTo>
                <a:close/>
                <a:moveTo>
                  <a:pt x="10430058" y="59498"/>
                </a:moveTo>
                <a:cubicBezTo>
                  <a:pt x="10372556" y="59498"/>
                  <a:pt x="10325940" y="106114"/>
                  <a:pt x="10325940" y="163617"/>
                </a:cubicBezTo>
                <a:cubicBezTo>
                  <a:pt x="10325940" y="221119"/>
                  <a:pt x="10372556" y="267735"/>
                  <a:pt x="10430058" y="267735"/>
                </a:cubicBezTo>
                <a:cubicBezTo>
                  <a:pt x="10487560" y="267735"/>
                  <a:pt x="10534176" y="221119"/>
                  <a:pt x="10534176" y="163617"/>
                </a:cubicBezTo>
                <a:cubicBezTo>
                  <a:pt x="10534176" y="106114"/>
                  <a:pt x="10487560" y="59498"/>
                  <a:pt x="10430058" y="59498"/>
                </a:cubicBezTo>
                <a:close/>
                <a:moveTo>
                  <a:pt x="10114500" y="59498"/>
                </a:moveTo>
                <a:cubicBezTo>
                  <a:pt x="10056997" y="59498"/>
                  <a:pt x="10010381" y="106114"/>
                  <a:pt x="10010381" y="163617"/>
                </a:cubicBezTo>
                <a:cubicBezTo>
                  <a:pt x="10010381" y="221119"/>
                  <a:pt x="10056997" y="267735"/>
                  <a:pt x="10114500" y="267735"/>
                </a:cubicBezTo>
                <a:cubicBezTo>
                  <a:pt x="10172002" y="267735"/>
                  <a:pt x="10218618" y="221119"/>
                  <a:pt x="10218618" y="163617"/>
                </a:cubicBezTo>
                <a:cubicBezTo>
                  <a:pt x="10218618" y="106114"/>
                  <a:pt x="10172002" y="59498"/>
                  <a:pt x="10114500" y="59498"/>
                </a:cubicBezTo>
                <a:close/>
                <a:moveTo>
                  <a:pt x="9798941" y="59498"/>
                </a:moveTo>
                <a:cubicBezTo>
                  <a:pt x="9741439" y="59498"/>
                  <a:pt x="9694823" y="106114"/>
                  <a:pt x="9694823" y="163617"/>
                </a:cubicBezTo>
                <a:cubicBezTo>
                  <a:pt x="9694823" y="221119"/>
                  <a:pt x="9741439" y="267735"/>
                  <a:pt x="9798941" y="267735"/>
                </a:cubicBezTo>
                <a:cubicBezTo>
                  <a:pt x="9856443" y="267735"/>
                  <a:pt x="9903059" y="221119"/>
                  <a:pt x="9903059" y="163617"/>
                </a:cubicBezTo>
                <a:cubicBezTo>
                  <a:pt x="9903059" y="106114"/>
                  <a:pt x="9856443" y="59498"/>
                  <a:pt x="9798941" y="59498"/>
                </a:cubicBezTo>
                <a:close/>
                <a:moveTo>
                  <a:pt x="9483382" y="59498"/>
                </a:moveTo>
                <a:cubicBezTo>
                  <a:pt x="9425880" y="59498"/>
                  <a:pt x="9379264" y="106114"/>
                  <a:pt x="9379264" y="163617"/>
                </a:cubicBezTo>
                <a:cubicBezTo>
                  <a:pt x="9379264" y="221119"/>
                  <a:pt x="9425880" y="267735"/>
                  <a:pt x="9483382" y="267735"/>
                </a:cubicBezTo>
                <a:cubicBezTo>
                  <a:pt x="9540884" y="267735"/>
                  <a:pt x="9587501" y="221119"/>
                  <a:pt x="9587501" y="163617"/>
                </a:cubicBezTo>
                <a:cubicBezTo>
                  <a:pt x="9587501" y="106114"/>
                  <a:pt x="9540884" y="59498"/>
                  <a:pt x="9483382" y="59498"/>
                </a:cubicBezTo>
                <a:close/>
                <a:moveTo>
                  <a:pt x="9167824" y="59498"/>
                </a:moveTo>
                <a:cubicBezTo>
                  <a:pt x="9110322" y="59498"/>
                  <a:pt x="9063706" y="106114"/>
                  <a:pt x="9063706" y="163617"/>
                </a:cubicBezTo>
                <a:cubicBezTo>
                  <a:pt x="9063706" y="221119"/>
                  <a:pt x="9110322" y="267735"/>
                  <a:pt x="9167824" y="267735"/>
                </a:cubicBezTo>
                <a:cubicBezTo>
                  <a:pt x="9225326" y="267735"/>
                  <a:pt x="9271942" y="221119"/>
                  <a:pt x="9271942" y="163617"/>
                </a:cubicBezTo>
                <a:cubicBezTo>
                  <a:pt x="9271942" y="106114"/>
                  <a:pt x="9225326" y="59498"/>
                  <a:pt x="9167824" y="59498"/>
                </a:cubicBezTo>
                <a:close/>
                <a:moveTo>
                  <a:pt x="8852265" y="59498"/>
                </a:moveTo>
                <a:cubicBezTo>
                  <a:pt x="8794763" y="59498"/>
                  <a:pt x="8748147" y="106114"/>
                  <a:pt x="8748147" y="163617"/>
                </a:cubicBezTo>
                <a:cubicBezTo>
                  <a:pt x="8748147" y="221119"/>
                  <a:pt x="8794763" y="267735"/>
                  <a:pt x="8852265" y="267735"/>
                </a:cubicBezTo>
                <a:cubicBezTo>
                  <a:pt x="8909767" y="267735"/>
                  <a:pt x="8956383" y="221119"/>
                  <a:pt x="8956383" y="163617"/>
                </a:cubicBezTo>
                <a:cubicBezTo>
                  <a:pt x="8956383" y="106114"/>
                  <a:pt x="8909767" y="59498"/>
                  <a:pt x="8852265" y="59498"/>
                </a:cubicBezTo>
                <a:close/>
                <a:moveTo>
                  <a:pt x="8536707" y="59498"/>
                </a:moveTo>
                <a:cubicBezTo>
                  <a:pt x="8479204" y="59498"/>
                  <a:pt x="8432588" y="106114"/>
                  <a:pt x="8432588" y="163617"/>
                </a:cubicBezTo>
                <a:cubicBezTo>
                  <a:pt x="8432588" y="221119"/>
                  <a:pt x="8479204" y="267735"/>
                  <a:pt x="8536707" y="267735"/>
                </a:cubicBezTo>
                <a:cubicBezTo>
                  <a:pt x="8594209" y="267735"/>
                  <a:pt x="8640825" y="221119"/>
                  <a:pt x="8640825" y="163617"/>
                </a:cubicBezTo>
                <a:cubicBezTo>
                  <a:pt x="8640825" y="106114"/>
                  <a:pt x="8594209" y="59498"/>
                  <a:pt x="8536707" y="59498"/>
                </a:cubicBezTo>
                <a:close/>
                <a:moveTo>
                  <a:pt x="8221148" y="59498"/>
                </a:moveTo>
                <a:cubicBezTo>
                  <a:pt x="8163646" y="59498"/>
                  <a:pt x="8117029" y="106114"/>
                  <a:pt x="8117029" y="163617"/>
                </a:cubicBezTo>
                <a:cubicBezTo>
                  <a:pt x="8117029" y="221119"/>
                  <a:pt x="8163646" y="267735"/>
                  <a:pt x="8221148" y="267735"/>
                </a:cubicBezTo>
                <a:cubicBezTo>
                  <a:pt x="8278650" y="267735"/>
                  <a:pt x="8325266" y="221119"/>
                  <a:pt x="8325266" y="163617"/>
                </a:cubicBezTo>
                <a:cubicBezTo>
                  <a:pt x="8325266" y="106114"/>
                  <a:pt x="8278650" y="59498"/>
                  <a:pt x="8221148" y="59498"/>
                </a:cubicBezTo>
                <a:close/>
                <a:moveTo>
                  <a:pt x="7905590" y="59498"/>
                </a:moveTo>
                <a:cubicBezTo>
                  <a:pt x="7848087" y="59498"/>
                  <a:pt x="7801471" y="106114"/>
                  <a:pt x="7801471" y="163617"/>
                </a:cubicBezTo>
                <a:cubicBezTo>
                  <a:pt x="7801471" y="221119"/>
                  <a:pt x="7848087" y="267735"/>
                  <a:pt x="7905590" y="267735"/>
                </a:cubicBezTo>
                <a:cubicBezTo>
                  <a:pt x="7963092" y="267735"/>
                  <a:pt x="8009707" y="221119"/>
                  <a:pt x="8009707" y="163617"/>
                </a:cubicBezTo>
                <a:cubicBezTo>
                  <a:pt x="8009707" y="106114"/>
                  <a:pt x="7963092" y="59498"/>
                  <a:pt x="7905590" y="59498"/>
                </a:cubicBezTo>
                <a:close/>
                <a:moveTo>
                  <a:pt x="7590031" y="59498"/>
                </a:moveTo>
                <a:cubicBezTo>
                  <a:pt x="7532529" y="59498"/>
                  <a:pt x="7485913" y="106114"/>
                  <a:pt x="7485913" y="163617"/>
                </a:cubicBezTo>
                <a:cubicBezTo>
                  <a:pt x="7485913" y="221119"/>
                  <a:pt x="7532529" y="267735"/>
                  <a:pt x="7590031" y="267735"/>
                </a:cubicBezTo>
                <a:cubicBezTo>
                  <a:pt x="7647533" y="267735"/>
                  <a:pt x="7694149" y="221119"/>
                  <a:pt x="7694149" y="163617"/>
                </a:cubicBezTo>
                <a:cubicBezTo>
                  <a:pt x="7694149" y="106114"/>
                  <a:pt x="7647533" y="59498"/>
                  <a:pt x="7590031" y="59498"/>
                </a:cubicBezTo>
                <a:close/>
                <a:moveTo>
                  <a:pt x="7274472" y="59498"/>
                </a:moveTo>
                <a:cubicBezTo>
                  <a:pt x="7216970" y="59498"/>
                  <a:pt x="7170354" y="106114"/>
                  <a:pt x="7170354" y="163617"/>
                </a:cubicBezTo>
                <a:cubicBezTo>
                  <a:pt x="7170354" y="221119"/>
                  <a:pt x="7216970" y="267735"/>
                  <a:pt x="7274472" y="267735"/>
                </a:cubicBezTo>
                <a:cubicBezTo>
                  <a:pt x="7331974" y="267735"/>
                  <a:pt x="7378591" y="221119"/>
                  <a:pt x="7378591" y="163617"/>
                </a:cubicBezTo>
                <a:cubicBezTo>
                  <a:pt x="7378591" y="106114"/>
                  <a:pt x="7331974" y="59498"/>
                  <a:pt x="7274472" y="59498"/>
                </a:cubicBezTo>
                <a:close/>
                <a:moveTo>
                  <a:pt x="6958914" y="59498"/>
                </a:moveTo>
                <a:cubicBezTo>
                  <a:pt x="6901412" y="59498"/>
                  <a:pt x="6854796" y="106114"/>
                  <a:pt x="6854796" y="163617"/>
                </a:cubicBezTo>
                <a:cubicBezTo>
                  <a:pt x="6854796" y="221119"/>
                  <a:pt x="6901412" y="267735"/>
                  <a:pt x="6958914" y="267735"/>
                </a:cubicBezTo>
                <a:cubicBezTo>
                  <a:pt x="7016416" y="267735"/>
                  <a:pt x="7063032" y="221119"/>
                  <a:pt x="7063032" y="163617"/>
                </a:cubicBezTo>
                <a:cubicBezTo>
                  <a:pt x="7063032" y="106114"/>
                  <a:pt x="7016416" y="59498"/>
                  <a:pt x="6958914" y="59498"/>
                </a:cubicBezTo>
                <a:close/>
                <a:moveTo>
                  <a:pt x="6643355" y="59498"/>
                </a:moveTo>
                <a:cubicBezTo>
                  <a:pt x="6585853" y="59498"/>
                  <a:pt x="6539237" y="106114"/>
                  <a:pt x="6539237" y="163617"/>
                </a:cubicBezTo>
                <a:cubicBezTo>
                  <a:pt x="6539237" y="221119"/>
                  <a:pt x="6585853" y="267735"/>
                  <a:pt x="6643355" y="267735"/>
                </a:cubicBezTo>
                <a:cubicBezTo>
                  <a:pt x="6700857" y="267735"/>
                  <a:pt x="6747473" y="221119"/>
                  <a:pt x="6747473" y="163617"/>
                </a:cubicBezTo>
                <a:cubicBezTo>
                  <a:pt x="6747473" y="106114"/>
                  <a:pt x="6700857" y="59498"/>
                  <a:pt x="6643355" y="59498"/>
                </a:cubicBezTo>
                <a:close/>
                <a:moveTo>
                  <a:pt x="6327797" y="59498"/>
                </a:moveTo>
                <a:cubicBezTo>
                  <a:pt x="6270294" y="59498"/>
                  <a:pt x="6223678" y="106114"/>
                  <a:pt x="6223678" y="163617"/>
                </a:cubicBezTo>
                <a:cubicBezTo>
                  <a:pt x="6223678" y="221119"/>
                  <a:pt x="6270294" y="267735"/>
                  <a:pt x="6327797" y="267735"/>
                </a:cubicBezTo>
                <a:cubicBezTo>
                  <a:pt x="6385299" y="267735"/>
                  <a:pt x="6431915" y="221119"/>
                  <a:pt x="6431915" y="163617"/>
                </a:cubicBezTo>
                <a:cubicBezTo>
                  <a:pt x="6431915" y="106114"/>
                  <a:pt x="6385299" y="59498"/>
                  <a:pt x="6327797" y="59498"/>
                </a:cubicBezTo>
                <a:close/>
                <a:moveTo>
                  <a:pt x="6012238" y="59498"/>
                </a:moveTo>
                <a:cubicBezTo>
                  <a:pt x="5954736" y="59498"/>
                  <a:pt x="5908120" y="106114"/>
                  <a:pt x="5908120" y="163617"/>
                </a:cubicBezTo>
                <a:cubicBezTo>
                  <a:pt x="5908120" y="221119"/>
                  <a:pt x="5954736" y="267735"/>
                  <a:pt x="6012238" y="267735"/>
                </a:cubicBezTo>
                <a:cubicBezTo>
                  <a:pt x="6069740" y="267735"/>
                  <a:pt x="6116356" y="221119"/>
                  <a:pt x="6116356" y="163617"/>
                </a:cubicBezTo>
                <a:cubicBezTo>
                  <a:pt x="6116356" y="106114"/>
                  <a:pt x="6069740" y="59498"/>
                  <a:pt x="6012238" y="59498"/>
                </a:cubicBezTo>
                <a:close/>
                <a:moveTo>
                  <a:pt x="5696680" y="59498"/>
                </a:moveTo>
                <a:cubicBezTo>
                  <a:pt x="5639178" y="59498"/>
                  <a:pt x="5592561" y="106114"/>
                  <a:pt x="5592561" y="163617"/>
                </a:cubicBezTo>
                <a:cubicBezTo>
                  <a:pt x="5592561" y="221119"/>
                  <a:pt x="5639178" y="267735"/>
                  <a:pt x="5696680" y="267735"/>
                </a:cubicBezTo>
                <a:cubicBezTo>
                  <a:pt x="5754182" y="267735"/>
                  <a:pt x="5800798" y="221119"/>
                  <a:pt x="5800798" y="163617"/>
                </a:cubicBezTo>
                <a:cubicBezTo>
                  <a:pt x="5800798" y="106114"/>
                  <a:pt x="5754182" y="59498"/>
                  <a:pt x="5696680" y="59498"/>
                </a:cubicBezTo>
                <a:close/>
                <a:moveTo>
                  <a:pt x="5381121" y="59498"/>
                </a:moveTo>
                <a:cubicBezTo>
                  <a:pt x="5323619" y="59498"/>
                  <a:pt x="5277003" y="106114"/>
                  <a:pt x="5277003" y="163617"/>
                </a:cubicBezTo>
                <a:cubicBezTo>
                  <a:pt x="5277003" y="221119"/>
                  <a:pt x="5323619" y="267735"/>
                  <a:pt x="5381121" y="267735"/>
                </a:cubicBezTo>
                <a:cubicBezTo>
                  <a:pt x="5438623" y="267735"/>
                  <a:pt x="5485239" y="221119"/>
                  <a:pt x="5485239" y="163617"/>
                </a:cubicBezTo>
                <a:cubicBezTo>
                  <a:pt x="5485239" y="106114"/>
                  <a:pt x="5438623" y="59498"/>
                  <a:pt x="5381121" y="59498"/>
                </a:cubicBezTo>
                <a:close/>
                <a:moveTo>
                  <a:pt x="5065562" y="59498"/>
                </a:moveTo>
                <a:cubicBezTo>
                  <a:pt x="5008060" y="59498"/>
                  <a:pt x="4961444" y="106114"/>
                  <a:pt x="4961444" y="163617"/>
                </a:cubicBezTo>
                <a:cubicBezTo>
                  <a:pt x="4961444" y="221119"/>
                  <a:pt x="5008060" y="267735"/>
                  <a:pt x="5065562" y="267735"/>
                </a:cubicBezTo>
                <a:cubicBezTo>
                  <a:pt x="5123064" y="267735"/>
                  <a:pt x="5169680" y="221119"/>
                  <a:pt x="5169680" y="163617"/>
                </a:cubicBezTo>
                <a:cubicBezTo>
                  <a:pt x="5169680" y="106114"/>
                  <a:pt x="5123064" y="59498"/>
                  <a:pt x="5065562" y="59498"/>
                </a:cubicBezTo>
                <a:close/>
                <a:moveTo>
                  <a:pt x="4750004" y="59498"/>
                </a:moveTo>
                <a:cubicBezTo>
                  <a:pt x="4692501" y="59498"/>
                  <a:pt x="4645885" y="106114"/>
                  <a:pt x="4645885" y="163617"/>
                </a:cubicBezTo>
                <a:cubicBezTo>
                  <a:pt x="4645885" y="221119"/>
                  <a:pt x="4692501" y="267735"/>
                  <a:pt x="4750004" y="267735"/>
                </a:cubicBezTo>
                <a:cubicBezTo>
                  <a:pt x="4807506" y="267735"/>
                  <a:pt x="4854122" y="221119"/>
                  <a:pt x="4854122" y="163617"/>
                </a:cubicBezTo>
                <a:cubicBezTo>
                  <a:pt x="4854122" y="106114"/>
                  <a:pt x="4807506" y="59498"/>
                  <a:pt x="4750004" y="59498"/>
                </a:cubicBezTo>
                <a:close/>
                <a:moveTo>
                  <a:pt x="4434445" y="59498"/>
                </a:moveTo>
                <a:cubicBezTo>
                  <a:pt x="4376943" y="59498"/>
                  <a:pt x="4330327" y="106114"/>
                  <a:pt x="4330327" y="163617"/>
                </a:cubicBezTo>
                <a:cubicBezTo>
                  <a:pt x="4330327" y="221119"/>
                  <a:pt x="4376943" y="267735"/>
                  <a:pt x="4434445" y="267735"/>
                </a:cubicBezTo>
                <a:cubicBezTo>
                  <a:pt x="4491947" y="267735"/>
                  <a:pt x="4538564" y="221119"/>
                  <a:pt x="4538564" y="163617"/>
                </a:cubicBezTo>
                <a:cubicBezTo>
                  <a:pt x="4538564" y="106114"/>
                  <a:pt x="4491947" y="59498"/>
                  <a:pt x="4434445" y="59498"/>
                </a:cubicBezTo>
                <a:close/>
                <a:moveTo>
                  <a:pt x="4118886" y="59498"/>
                </a:moveTo>
                <a:cubicBezTo>
                  <a:pt x="4061384" y="59498"/>
                  <a:pt x="4014769" y="106114"/>
                  <a:pt x="4014769" y="163617"/>
                </a:cubicBezTo>
                <a:cubicBezTo>
                  <a:pt x="4014769" y="221119"/>
                  <a:pt x="4061384" y="267735"/>
                  <a:pt x="4118886" y="267735"/>
                </a:cubicBezTo>
                <a:cubicBezTo>
                  <a:pt x="4176388" y="267735"/>
                  <a:pt x="4223004" y="221119"/>
                  <a:pt x="4223004" y="163617"/>
                </a:cubicBezTo>
                <a:cubicBezTo>
                  <a:pt x="4223004" y="106114"/>
                  <a:pt x="4176388" y="59498"/>
                  <a:pt x="4118886" y="59498"/>
                </a:cubicBezTo>
                <a:close/>
                <a:moveTo>
                  <a:pt x="3803328" y="59498"/>
                </a:moveTo>
                <a:cubicBezTo>
                  <a:pt x="3745826" y="59498"/>
                  <a:pt x="3699210" y="106114"/>
                  <a:pt x="3699210" y="163617"/>
                </a:cubicBezTo>
                <a:cubicBezTo>
                  <a:pt x="3699210" y="221119"/>
                  <a:pt x="3745826" y="267735"/>
                  <a:pt x="3803328" y="267735"/>
                </a:cubicBezTo>
                <a:cubicBezTo>
                  <a:pt x="3860830" y="267735"/>
                  <a:pt x="3907446" y="221119"/>
                  <a:pt x="3907446" y="163617"/>
                </a:cubicBezTo>
                <a:cubicBezTo>
                  <a:pt x="3907446" y="106114"/>
                  <a:pt x="3860830" y="59498"/>
                  <a:pt x="3803328" y="59498"/>
                </a:cubicBezTo>
                <a:close/>
                <a:moveTo>
                  <a:pt x="3487769" y="59498"/>
                </a:moveTo>
                <a:cubicBezTo>
                  <a:pt x="3430267" y="59498"/>
                  <a:pt x="3383651" y="106114"/>
                  <a:pt x="3383651" y="163617"/>
                </a:cubicBezTo>
                <a:cubicBezTo>
                  <a:pt x="3383651" y="221119"/>
                  <a:pt x="3430267" y="267735"/>
                  <a:pt x="3487769" y="267735"/>
                </a:cubicBezTo>
                <a:cubicBezTo>
                  <a:pt x="3545271" y="267735"/>
                  <a:pt x="3591887" y="221119"/>
                  <a:pt x="3591887" y="163617"/>
                </a:cubicBezTo>
                <a:cubicBezTo>
                  <a:pt x="3591887" y="106114"/>
                  <a:pt x="3545271" y="59498"/>
                  <a:pt x="3487769" y="59498"/>
                </a:cubicBezTo>
                <a:close/>
                <a:moveTo>
                  <a:pt x="3172211" y="59498"/>
                </a:moveTo>
                <a:cubicBezTo>
                  <a:pt x="3114709" y="59498"/>
                  <a:pt x="3068092" y="106114"/>
                  <a:pt x="3068092" y="163617"/>
                </a:cubicBezTo>
                <a:cubicBezTo>
                  <a:pt x="3068092" y="221119"/>
                  <a:pt x="3114709" y="267735"/>
                  <a:pt x="3172211" y="267735"/>
                </a:cubicBezTo>
                <a:cubicBezTo>
                  <a:pt x="3229713" y="267735"/>
                  <a:pt x="3276329" y="221119"/>
                  <a:pt x="3276329" y="163617"/>
                </a:cubicBezTo>
                <a:cubicBezTo>
                  <a:pt x="3276329" y="106114"/>
                  <a:pt x="3229713" y="59498"/>
                  <a:pt x="3172211" y="59498"/>
                </a:cubicBezTo>
                <a:close/>
                <a:moveTo>
                  <a:pt x="2856652" y="59498"/>
                </a:moveTo>
                <a:cubicBezTo>
                  <a:pt x="2799150" y="59498"/>
                  <a:pt x="2752534" y="106114"/>
                  <a:pt x="2752534" y="163617"/>
                </a:cubicBezTo>
                <a:cubicBezTo>
                  <a:pt x="2752534" y="221119"/>
                  <a:pt x="2799150" y="267735"/>
                  <a:pt x="2856652" y="267735"/>
                </a:cubicBezTo>
                <a:cubicBezTo>
                  <a:pt x="2914154" y="267735"/>
                  <a:pt x="2960770" y="221119"/>
                  <a:pt x="2960770" y="163617"/>
                </a:cubicBezTo>
                <a:cubicBezTo>
                  <a:pt x="2960770" y="106114"/>
                  <a:pt x="2914154" y="59498"/>
                  <a:pt x="2856652" y="59498"/>
                </a:cubicBezTo>
                <a:close/>
                <a:moveTo>
                  <a:pt x="2541093" y="59498"/>
                </a:moveTo>
                <a:cubicBezTo>
                  <a:pt x="2483591" y="59498"/>
                  <a:pt x="2436975" y="106114"/>
                  <a:pt x="2436975" y="163617"/>
                </a:cubicBezTo>
                <a:cubicBezTo>
                  <a:pt x="2436975" y="221119"/>
                  <a:pt x="2483591" y="267735"/>
                  <a:pt x="2541093" y="267735"/>
                </a:cubicBezTo>
                <a:cubicBezTo>
                  <a:pt x="2598595" y="267735"/>
                  <a:pt x="2645212" y="221119"/>
                  <a:pt x="2645212" y="163617"/>
                </a:cubicBezTo>
                <a:cubicBezTo>
                  <a:pt x="2645212" y="106114"/>
                  <a:pt x="2598595" y="59498"/>
                  <a:pt x="2541093" y="59498"/>
                </a:cubicBezTo>
                <a:close/>
                <a:moveTo>
                  <a:pt x="2225535" y="59498"/>
                </a:moveTo>
                <a:cubicBezTo>
                  <a:pt x="2168033" y="59498"/>
                  <a:pt x="2121417" y="106114"/>
                  <a:pt x="2121417" y="163617"/>
                </a:cubicBezTo>
                <a:cubicBezTo>
                  <a:pt x="2121417" y="221119"/>
                  <a:pt x="2168033" y="267735"/>
                  <a:pt x="2225535" y="267735"/>
                </a:cubicBezTo>
                <a:cubicBezTo>
                  <a:pt x="2283037" y="267735"/>
                  <a:pt x="2329653" y="221119"/>
                  <a:pt x="2329653" y="163617"/>
                </a:cubicBezTo>
                <a:cubicBezTo>
                  <a:pt x="2329653" y="106114"/>
                  <a:pt x="2283037" y="59498"/>
                  <a:pt x="2225535" y="59498"/>
                </a:cubicBezTo>
                <a:close/>
                <a:moveTo>
                  <a:pt x="1909976" y="59498"/>
                </a:moveTo>
                <a:cubicBezTo>
                  <a:pt x="1852474" y="59498"/>
                  <a:pt x="1805858" y="106114"/>
                  <a:pt x="1805858" y="163617"/>
                </a:cubicBezTo>
                <a:cubicBezTo>
                  <a:pt x="1805858" y="221119"/>
                  <a:pt x="1852474" y="267735"/>
                  <a:pt x="1909976" y="267735"/>
                </a:cubicBezTo>
                <a:cubicBezTo>
                  <a:pt x="1967478" y="267735"/>
                  <a:pt x="2014094" y="221119"/>
                  <a:pt x="2014094" y="163617"/>
                </a:cubicBezTo>
                <a:cubicBezTo>
                  <a:pt x="2014094" y="106114"/>
                  <a:pt x="1967478" y="59498"/>
                  <a:pt x="1909976" y="59498"/>
                </a:cubicBezTo>
                <a:close/>
                <a:moveTo>
                  <a:pt x="1594417" y="59498"/>
                </a:moveTo>
                <a:cubicBezTo>
                  <a:pt x="1536915" y="59498"/>
                  <a:pt x="1490299" y="106114"/>
                  <a:pt x="1490299" y="163617"/>
                </a:cubicBezTo>
                <a:cubicBezTo>
                  <a:pt x="1490299" y="221119"/>
                  <a:pt x="1536915" y="267735"/>
                  <a:pt x="1594417" y="267735"/>
                </a:cubicBezTo>
                <a:cubicBezTo>
                  <a:pt x="1651919" y="267735"/>
                  <a:pt x="1698536" y="221119"/>
                  <a:pt x="1698536" y="163617"/>
                </a:cubicBezTo>
                <a:cubicBezTo>
                  <a:pt x="1698536" y="106114"/>
                  <a:pt x="1651919" y="59498"/>
                  <a:pt x="1594417" y="59498"/>
                </a:cubicBezTo>
                <a:close/>
                <a:moveTo>
                  <a:pt x="1278859" y="59498"/>
                </a:moveTo>
                <a:cubicBezTo>
                  <a:pt x="1221357" y="59498"/>
                  <a:pt x="1174741" y="106114"/>
                  <a:pt x="1174741" y="163617"/>
                </a:cubicBezTo>
                <a:cubicBezTo>
                  <a:pt x="1174741" y="221119"/>
                  <a:pt x="1221357" y="267735"/>
                  <a:pt x="1278859" y="267735"/>
                </a:cubicBezTo>
                <a:cubicBezTo>
                  <a:pt x="1336361" y="267735"/>
                  <a:pt x="1382977" y="221119"/>
                  <a:pt x="1382977" y="163617"/>
                </a:cubicBezTo>
                <a:cubicBezTo>
                  <a:pt x="1382977" y="106114"/>
                  <a:pt x="1336361" y="59498"/>
                  <a:pt x="1278859" y="59498"/>
                </a:cubicBezTo>
                <a:close/>
                <a:moveTo>
                  <a:pt x="963300" y="59498"/>
                </a:moveTo>
                <a:cubicBezTo>
                  <a:pt x="905798" y="59498"/>
                  <a:pt x="859182" y="106114"/>
                  <a:pt x="859182" y="163617"/>
                </a:cubicBezTo>
                <a:cubicBezTo>
                  <a:pt x="859182" y="221119"/>
                  <a:pt x="905798" y="267735"/>
                  <a:pt x="963300" y="267735"/>
                </a:cubicBezTo>
                <a:cubicBezTo>
                  <a:pt x="1020802" y="267735"/>
                  <a:pt x="1067418" y="221119"/>
                  <a:pt x="1067418" y="163617"/>
                </a:cubicBezTo>
                <a:cubicBezTo>
                  <a:pt x="1067418" y="106114"/>
                  <a:pt x="1020802" y="59498"/>
                  <a:pt x="963300" y="59498"/>
                </a:cubicBezTo>
                <a:close/>
                <a:moveTo>
                  <a:pt x="647742" y="59498"/>
                </a:moveTo>
                <a:cubicBezTo>
                  <a:pt x="590240" y="59498"/>
                  <a:pt x="543623" y="106114"/>
                  <a:pt x="543623" y="163617"/>
                </a:cubicBezTo>
                <a:cubicBezTo>
                  <a:pt x="543623" y="221119"/>
                  <a:pt x="590240" y="267735"/>
                  <a:pt x="647742" y="267735"/>
                </a:cubicBezTo>
                <a:cubicBezTo>
                  <a:pt x="705244" y="267735"/>
                  <a:pt x="751860" y="221119"/>
                  <a:pt x="751860" y="163617"/>
                </a:cubicBezTo>
                <a:cubicBezTo>
                  <a:pt x="751860" y="106114"/>
                  <a:pt x="705244" y="59498"/>
                  <a:pt x="647742" y="59498"/>
                </a:cubicBezTo>
                <a:close/>
                <a:moveTo>
                  <a:pt x="332183" y="59498"/>
                </a:moveTo>
                <a:cubicBezTo>
                  <a:pt x="274681" y="59498"/>
                  <a:pt x="228065" y="106114"/>
                  <a:pt x="228065" y="163617"/>
                </a:cubicBezTo>
                <a:cubicBezTo>
                  <a:pt x="228065" y="221119"/>
                  <a:pt x="274681" y="267735"/>
                  <a:pt x="332183" y="267735"/>
                </a:cubicBezTo>
                <a:cubicBezTo>
                  <a:pt x="389685" y="267735"/>
                  <a:pt x="436301" y="221119"/>
                  <a:pt x="436301" y="163617"/>
                </a:cubicBezTo>
                <a:cubicBezTo>
                  <a:pt x="436301" y="106114"/>
                  <a:pt x="389685" y="59498"/>
                  <a:pt x="332183" y="59498"/>
                </a:cubicBezTo>
                <a:close/>
                <a:moveTo>
                  <a:pt x="178490" y="0"/>
                </a:moveTo>
                <a:lnTo>
                  <a:pt x="11214858" y="0"/>
                </a:lnTo>
                <a:cubicBezTo>
                  <a:pt x="11313436" y="0"/>
                  <a:pt x="11393348" y="79912"/>
                  <a:pt x="11393348" y="178490"/>
                </a:cubicBezTo>
                <a:lnTo>
                  <a:pt x="11393348" y="711784"/>
                </a:lnTo>
                <a:lnTo>
                  <a:pt x="11393348" y="1070917"/>
                </a:lnTo>
                <a:lnTo>
                  <a:pt x="11393348" y="1078080"/>
                </a:lnTo>
                <a:lnTo>
                  <a:pt x="0" y="1078080"/>
                </a:lnTo>
                <a:lnTo>
                  <a:pt x="0" y="1070917"/>
                </a:lnTo>
                <a:lnTo>
                  <a:pt x="0" y="711784"/>
                </a:lnTo>
                <a:lnTo>
                  <a:pt x="0" y="178490"/>
                </a:lnTo>
                <a:cubicBezTo>
                  <a:pt x="0" y="79912"/>
                  <a:pt x="79912" y="0"/>
                  <a:pt x="178490" y="0"/>
                </a:cubicBez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>
            <a:stCxn id="9" idx="182"/>
            <a:endCxn id="9" idx="179"/>
          </p:cNvCxnSpPr>
          <p:nvPr userDrawn="1"/>
        </p:nvCxnSpPr>
        <p:spPr>
          <a:xfrm>
            <a:off x="396847" y="1439267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396847" y="6075485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 userDrawn="1"/>
        </p:nvSpPr>
        <p:spPr>
          <a:xfrm>
            <a:off x="1152540" y="856388"/>
            <a:ext cx="1209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kern="100" dirty="0">
                <a:solidFill>
                  <a:prstClr val="black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思考</a:t>
            </a:r>
            <a:endParaRPr lang="zh-CN" altLang="en-US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118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思维建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1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同侧圆角矩形 6"/>
          <p:cNvSpPr/>
          <p:nvPr userDrawn="1"/>
        </p:nvSpPr>
        <p:spPr>
          <a:xfrm flipV="1">
            <a:off x="396847" y="5599722"/>
            <a:ext cx="11393348" cy="773439"/>
          </a:xfrm>
          <a:prstGeom prst="round2Same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96847" y="1446468"/>
            <a:ext cx="11393348" cy="462905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396847" y="368350"/>
            <a:ext cx="11393348" cy="1078080"/>
          </a:xfrm>
          <a:custGeom>
            <a:avLst/>
            <a:gdLst>
              <a:gd name="connsiteX0" fmla="*/ 11061165 w 11393348"/>
              <a:gd name="connsiteY0" fmla="*/ 59498 h 1078080"/>
              <a:gd name="connsiteX1" fmla="*/ 10957047 w 11393348"/>
              <a:gd name="connsiteY1" fmla="*/ 163617 h 1078080"/>
              <a:gd name="connsiteX2" fmla="*/ 11061165 w 11393348"/>
              <a:gd name="connsiteY2" fmla="*/ 267735 h 1078080"/>
              <a:gd name="connsiteX3" fmla="*/ 11165283 w 11393348"/>
              <a:gd name="connsiteY3" fmla="*/ 163617 h 1078080"/>
              <a:gd name="connsiteX4" fmla="*/ 11061165 w 11393348"/>
              <a:gd name="connsiteY4" fmla="*/ 59498 h 1078080"/>
              <a:gd name="connsiteX5" fmla="*/ 10745617 w 11393348"/>
              <a:gd name="connsiteY5" fmla="*/ 59498 h 1078080"/>
              <a:gd name="connsiteX6" fmla="*/ 10641499 w 11393348"/>
              <a:gd name="connsiteY6" fmla="*/ 163617 h 1078080"/>
              <a:gd name="connsiteX7" fmla="*/ 10745617 w 11393348"/>
              <a:gd name="connsiteY7" fmla="*/ 267735 h 1078080"/>
              <a:gd name="connsiteX8" fmla="*/ 10849735 w 11393348"/>
              <a:gd name="connsiteY8" fmla="*/ 163617 h 1078080"/>
              <a:gd name="connsiteX9" fmla="*/ 10745617 w 11393348"/>
              <a:gd name="connsiteY9" fmla="*/ 59498 h 1078080"/>
              <a:gd name="connsiteX10" fmla="*/ 10430058 w 11393348"/>
              <a:gd name="connsiteY10" fmla="*/ 59498 h 1078080"/>
              <a:gd name="connsiteX11" fmla="*/ 10325940 w 11393348"/>
              <a:gd name="connsiteY11" fmla="*/ 163617 h 1078080"/>
              <a:gd name="connsiteX12" fmla="*/ 10430058 w 11393348"/>
              <a:gd name="connsiteY12" fmla="*/ 267735 h 1078080"/>
              <a:gd name="connsiteX13" fmla="*/ 10534176 w 11393348"/>
              <a:gd name="connsiteY13" fmla="*/ 163617 h 1078080"/>
              <a:gd name="connsiteX14" fmla="*/ 10430058 w 11393348"/>
              <a:gd name="connsiteY14" fmla="*/ 59498 h 1078080"/>
              <a:gd name="connsiteX15" fmla="*/ 10114500 w 11393348"/>
              <a:gd name="connsiteY15" fmla="*/ 59498 h 1078080"/>
              <a:gd name="connsiteX16" fmla="*/ 10010381 w 11393348"/>
              <a:gd name="connsiteY16" fmla="*/ 163617 h 1078080"/>
              <a:gd name="connsiteX17" fmla="*/ 10114500 w 11393348"/>
              <a:gd name="connsiteY17" fmla="*/ 267735 h 1078080"/>
              <a:gd name="connsiteX18" fmla="*/ 10218618 w 11393348"/>
              <a:gd name="connsiteY18" fmla="*/ 163617 h 1078080"/>
              <a:gd name="connsiteX19" fmla="*/ 10114500 w 11393348"/>
              <a:gd name="connsiteY19" fmla="*/ 59498 h 1078080"/>
              <a:gd name="connsiteX20" fmla="*/ 9798941 w 11393348"/>
              <a:gd name="connsiteY20" fmla="*/ 59498 h 1078080"/>
              <a:gd name="connsiteX21" fmla="*/ 9694823 w 11393348"/>
              <a:gd name="connsiteY21" fmla="*/ 163617 h 1078080"/>
              <a:gd name="connsiteX22" fmla="*/ 9798941 w 11393348"/>
              <a:gd name="connsiteY22" fmla="*/ 267735 h 1078080"/>
              <a:gd name="connsiteX23" fmla="*/ 9903059 w 11393348"/>
              <a:gd name="connsiteY23" fmla="*/ 163617 h 1078080"/>
              <a:gd name="connsiteX24" fmla="*/ 9798941 w 11393348"/>
              <a:gd name="connsiteY24" fmla="*/ 59498 h 1078080"/>
              <a:gd name="connsiteX25" fmla="*/ 9483382 w 11393348"/>
              <a:gd name="connsiteY25" fmla="*/ 59498 h 1078080"/>
              <a:gd name="connsiteX26" fmla="*/ 9379264 w 11393348"/>
              <a:gd name="connsiteY26" fmla="*/ 163617 h 1078080"/>
              <a:gd name="connsiteX27" fmla="*/ 9483382 w 11393348"/>
              <a:gd name="connsiteY27" fmla="*/ 267735 h 1078080"/>
              <a:gd name="connsiteX28" fmla="*/ 9587501 w 11393348"/>
              <a:gd name="connsiteY28" fmla="*/ 163617 h 1078080"/>
              <a:gd name="connsiteX29" fmla="*/ 9483382 w 11393348"/>
              <a:gd name="connsiteY29" fmla="*/ 59498 h 1078080"/>
              <a:gd name="connsiteX30" fmla="*/ 9167824 w 11393348"/>
              <a:gd name="connsiteY30" fmla="*/ 59498 h 1078080"/>
              <a:gd name="connsiteX31" fmla="*/ 9063706 w 11393348"/>
              <a:gd name="connsiteY31" fmla="*/ 163617 h 1078080"/>
              <a:gd name="connsiteX32" fmla="*/ 9167824 w 11393348"/>
              <a:gd name="connsiteY32" fmla="*/ 267735 h 1078080"/>
              <a:gd name="connsiteX33" fmla="*/ 9271942 w 11393348"/>
              <a:gd name="connsiteY33" fmla="*/ 163617 h 1078080"/>
              <a:gd name="connsiteX34" fmla="*/ 9167824 w 11393348"/>
              <a:gd name="connsiteY34" fmla="*/ 59498 h 1078080"/>
              <a:gd name="connsiteX35" fmla="*/ 8852265 w 11393348"/>
              <a:gd name="connsiteY35" fmla="*/ 59498 h 1078080"/>
              <a:gd name="connsiteX36" fmla="*/ 8748147 w 11393348"/>
              <a:gd name="connsiteY36" fmla="*/ 163617 h 1078080"/>
              <a:gd name="connsiteX37" fmla="*/ 8852265 w 11393348"/>
              <a:gd name="connsiteY37" fmla="*/ 267735 h 1078080"/>
              <a:gd name="connsiteX38" fmla="*/ 8956383 w 11393348"/>
              <a:gd name="connsiteY38" fmla="*/ 163617 h 1078080"/>
              <a:gd name="connsiteX39" fmla="*/ 8852265 w 11393348"/>
              <a:gd name="connsiteY39" fmla="*/ 59498 h 1078080"/>
              <a:gd name="connsiteX40" fmla="*/ 8536707 w 11393348"/>
              <a:gd name="connsiteY40" fmla="*/ 59498 h 1078080"/>
              <a:gd name="connsiteX41" fmla="*/ 8432588 w 11393348"/>
              <a:gd name="connsiteY41" fmla="*/ 163617 h 1078080"/>
              <a:gd name="connsiteX42" fmla="*/ 8536707 w 11393348"/>
              <a:gd name="connsiteY42" fmla="*/ 267735 h 1078080"/>
              <a:gd name="connsiteX43" fmla="*/ 8640825 w 11393348"/>
              <a:gd name="connsiteY43" fmla="*/ 163617 h 1078080"/>
              <a:gd name="connsiteX44" fmla="*/ 8536707 w 11393348"/>
              <a:gd name="connsiteY44" fmla="*/ 59498 h 1078080"/>
              <a:gd name="connsiteX45" fmla="*/ 8221148 w 11393348"/>
              <a:gd name="connsiteY45" fmla="*/ 59498 h 1078080"/>
              <a:gd name="connsiteX46" fmla="*/ 8117029 w 11393348"/>
              <a:gd name="connsiteY46" fmla="*/ 163617 h 1078080"/>
              <a:gd name="connsiteX47" fmla="*/ 8221148 w 11393348"/>
              <a:gd name="connsiteY47" fmla="*/ 267735 h 1078080"/>
              <a:gd name="connsiteX48" fmla="*/ 8325266 w 11393348"/>
              <a:gd name="connsiteY48" fmla="*/ 163617 h 1078080"/>
              <a:gd name="connsiteX49" fmla="*/ 8221148 w 11393348"/>
              <a:gd name="connsiteY49" fmla="*/ 59498 h 1078080"/>
              <a:gd name="connsiteX50" fmla="*/ 7905590 w 11393348"/>
              <a:gd name="connsiteY50" fmla="*/ 59498 h 1078080"/>
              <a:gd name="connsiteX51" fmla="*/ 7801471 w 11393348"/>
              <a:gd name="connsiteY51" fmla="*/ 163617 h 1078080"/>
              <a:gd name="connsiteX52" fmla="*/ 7905590 w 11393348"/>
              <a:gd name="connsiteY52" fmla="*/ 267735 h 1078080"/>
              <a:gd name="connsiteX53" fmla="*/ 8009707 w 11393348"/>
              <a:gd name="connsiteY53" fmla="*/ 163617 h 1078080"/>
              <a:gd name="connsiteX54" fmla="*/ 7905590 w 11393348"/>
              <a:gd name="connsiteY54" fmla="*/ 59498 h 1078080"/>
              <a:gd name="connsiteX55" fmla="*/ 7590031 w 11393348"/>
              <a:gd name="connsiteY55" fmla="*/ 59498 h 1078080"/>
              <a:gd name="connsiteX56" fmla="*/ 7485913 w 11393348"/>
              <a:gd name="connsiteY56" fmla="*/ 163617 h 1078080"/>
              <a:gd name="connsiteX57" fmla="*/ 7590031 w 11393348"/>
              <a:gd name="connsiteY57" fmla="*/ 267735 h 1078080"/>
              <a:gd name="connsiteX58" fmla="*/ 7694149 w 11393348"/>
              <a:gd name="connsiteY58" fmla="*/ 163617 h 1078080"/>
              <a:gd name="connsiteX59" fmla="*/ 7590031 w 11393348"/>
              <a:gd name="connsiteY59" fmla="*/ 59498 h 1078080"/>
              <a:gd name="connsiteX60" fmla="*/ 7274472 w 11393348"/>
              <a:gd name="connsiteY60" fmla="*/ 59498 h 1078080"/>
              <a:gd name="connsiteX61" fmla="*/ 7170354 w 11393348"/>
              <a:gd name="connsiteY61" fmla="*/ 163617 h 1078080"/>
              <a:gd name="connsiteX62" fmla="*/ 7274472 w 11393348"/>
              <a:gd name="connsiteY62" fmla="*/ 267735 h 1078080"/>
              <a:gd name="connsiteX63" fmla="*/ 7378591 w 11393348"/>
              <a:gd name="connsiteY63" fmla="*/ 163617 h 1078080"/>
              <a:gd name="connsiteX64" fmla="*/ 7274472 w 11393348"/>
              <a:gd name="connsiteY64" fmla="*/ 59498 h 1078080"/>
              <a:gd name="connsiteX65" fmla="*/ 6958914 w 11393348"/>
              <a:gd name="connsiteY65" fmla="*/ 59498 h 1078080"/>
              <a:gd name="connsiteX66" fmla="*/ 6854796 w 11393348"/>
              <a:gd name="connsiteY66" fmla="*/ 163617 h 1078080"/>
              <a:gd name="connsiteX67" fmla="*/ 6958914 w 11393348"/>
              <a:gd name="connsiteY67" fmla="*/ 267735 h 1078080"/>
              <a:gd name="connsiteX68" fmla="*/ 7063032 w 11393348"/>
              <a:gd name="connsiteY68" fmla="*/ 163617 h 1078080"/>
              <a:gd name="connsiteX69" fmla="*/ 6958914 w 11393348"/>
              <a:gd name="connsiteY69" fmla="*/ 59498 h 1078080"/>
              <a:gd name="connsiteX70" fmla="*/ 6643355 w 11393348"/>
              <a:gd name="connsiteY70" fmla="*/ 59498 h 1078080"/>
              <a:gd name="connsiteX71" fmla="*/ 6539237 w 11393348"/>
              <a:gd name="connsiteY71" fmla="*/ 163617 h 1078080"/>
              <a:gd name="connsiteX72" fmla="*/ 6643355 w 11393348"/>
              <a:gd name="connsiteY72" fmla="*/ 267735 h 1078080"/>
              <a:gd name="connsiteX73" fmla="*/ 6747473 w 11393348"/>
              <a:gd name="connsiteY73" fmla="*/ 163617 h 1078080"/>
              <a:gd name="connsiteX74" fmla="*/ 6643355 w 11393348"/>
              <a:gd name="connsiteY74" fmla="*/ 59498 h 1078080"/>
              <a:gd name="connsiteX75" fmla="*/ 6327797 w 11393348"/>
              <a:gd name="connsiteY75" fmla="*/ 59498 h 1078080"/>
              <a:gd name="connsiteX76" fmla="*/ 6223678 w 11393348"/>
              <a:gd name="connsiteY76" fmla="*/ 163617 h 1078080"/>
              <a:gd name="connsiteX77" fmla="*/ 6327797 w 11393348"/>
              <a:gd name="connsiteY77" fmla="*/ 267735 h 1078080"/>
              <a:gd name="connsiteX78" fmla="*/ 6431915 w 11393348"/>
              <a:gd name="connsiteY78" fmla="*/ 163617 h 1078080"/>
              <a:gd name="connsiteX79" fmla="*/ 6327797 w 11393348"/>
              <a:gd name="connsiteY79" fmla="*/ 59498 h 1078080"/>
              <a:gd name="connsiteX80" fmla="*/ 6012238 w 11393348"/>
              <a:gd name="connsiteY80" fmla="*/ 59498 h 1078080"/>
              <a:gd name="connsiteX81" fmla="*/ 5908120 w 11393348"/>
              <a:gd name="connsiteY81" fmla="*/ 163617 h 1078080"/>
              <a:gd name="connsiteX82" fmla="*/ 6012238 w 11393348"/>
              <a:gd name="connsiteY82" fmla="*/ 267735 h 1078080"/>
              <a:gd name="connsiteX83" fmla="*/ 6116356 w 11393348"/>
              <a:gd name="connsiteY83" fmla="*/ 163617 h 1078080"/>
              <a:gd name="connsiteX84" fmla="*/ 6012238 w 11393348"/>
              <a:gd name="connsiteY84" fmla="*/ 59498 h 1078080"/>
              <a:gd name="connsiteX85" fmla="*/ 5696680 w 11393348"/>
              <a:gd name="connsiteY85" fmla="*/ 59498 h 1078080"/>
              <a:gd name="connsiteX86" fmla="*/ 5592561 w 11393348"/>
              <a:gd name="connsiteY86" fmla="*/ 163617 h 1078080"/>
              <a:gd name="connsiteX87" fmla="*/ 5696680 w 11393348"/>
              <a:gd name="connsiteY87" fmla="*/ 267735 h 1078080"/>
              <a:gd name="connsiteX88" fmla="*/ 5800798 w 11393348"/>
              <a:gd name="connsiteY88" fmla="*/ 163617 h 1078080"/>
              <a:gd name="connsiteX89" fmla="*/ 5696680 w 11393348"/>
              <a:gd name="connsiteY89" fmla="*/ 59498 h 1078080"/>
              <a:gd name="connsiteX90" fmla="*/ 5381121 w 11393348"/>
              <a:gd name="connsiteY90" fmla="*/ 59498 h 1078080"/>
              <a:gd name="connsiteX91" fmla="*/ 5277003 w 11393348"/>
              <a:gd name="connsiteY91" fmla="*/ 163617 h 1078080"/>
              <a:gd name="connsiteX92" fmla="*/ 5381121 w 11393348"/>
              <a:gd name="connsiteY92" fmla="*/ 267735 h 1078080"/>
              <a:gd name="connsiteX93" fmla="*/ 5485239 w 11393348"/>
              <a:gd name="connsiteY93" fmla="*/ 163617 h 1078080"/>
              <a:gd name="connsiteX94" fmla="*/ 5381121 w 11393348"/>
              <a:gd name="connsiteY94" fmla="*/ 59498 h 1078080"/>
              <a:gd name="connsiteX95" fmla="*/ 5065562 w 11393348"/>
              <a:gd name="connsiteY95" fmla="*/ 59498 h 1078080"/>
              <a:gd name="connsiteX96" fmla="*/ 4961444 w 11393348"/>
              <a:gd name="connsiteY96" fmla="*/ 163617 h 1078080"/>
              <a:gd name="connsiteX97" fmla="*/ 5065562 w 11393348"/>
              <a:gd name="connsiteY97" fmla="*/ 267735 h 1078080"/>
              <a:gd name="connsiteX98" fmla="*/ 5169680 w 11393348"/>
              <a:gd name="connsiteY98" fmla="*/ 163617 h 1078080"/>
              <a:gd name="connsiteX99" fmla="*/ 5065562 w 11393348"/>
              <a:gd name="connsiteY99" fmla="*/ 59498 h 1078080"/>
              <a:gd name="connsiteX100" fmla="*/ 4750004 w 11393348"/>
              <a:gd name="connsiteY100" fmla="*/ 59498 h 1078080"/>
              <a:gd name="connsiteX101" fmla="*/ 4645885 w 11393348"/>
              <a:gd name="connsiteY101" fmla="*/ 163617 h 1078080"/>
              <a:gd name="connsiteX102" fmla="*/ 4750004 w 11393348"/>
              <a:gd name="connsiteY102" fmla="*/ 267735 h 1078080"/>
              <a:gd name="connsiteX103" fmla="*/ 4854122 w 11393348"/>
              <a:gd name="connsiteY103" fmla="*/ 163617 h 1078080"/>
              <a:gd name="connsiteX104" fmla="*/ 4750004 w 11393348"/>
              <a:gd name="connsiteY104" fmla="*/ 59498 h 1078080"/>
              <a:gd name="connsiteX105" fmla="*/ 4434445 w 11393348"/>
              <a:gd name="connsiteY105" fmla="*/ 59498 h 1078080"/>
              <a:gd name="connsiteX106" fmla="*/ 4330327 w 11393348"/>
              <a:gd name="connsiteY106" fmla="*/ 163617 h 1078080"/>
              <a:gd name="connsiteX107" fmla="*/ 4434445 w 11393348"/>
              <a:gd name="connsiteY107" fmla="*/ 267735 h 1078080"/>
              <a:gd name="connsiteX108" fmla="*/ 4538564 w 11393348"/>
              <a:gd name="connsiteY108" fmla="*/ 163617 h 1078080"/>
              <a:gd name="connsiteX109" fmla="*/ 4434445 w 11393348"/>
              <a:gd name="connsiteY109" fmla="*/ 59498 h 1078080"/>
              <a:gd name="connsiteX110" fmla="*/ 4118886 w 11393348"/>
              <a:gd name="connsiteY110" fmla="*/ 59498 h 1078080"/>
              <a:gd name="connsiteX111" fmla="*/ 4014769 w 11393348"/>
              <a:gd name="connsiteY111" fmla="*/ 163617 h 1078080"/>
              <a:gd name="connsiteX112" fmla="*/ 4118886 w 11393348"/>
              <a:gd name="connsiteY112" fmla="*/ 267735 h 1078080"/>
              <a:gd name="connsiteX113" fmla="*/ 4223004 w 11393348"/>
              <a:gd name="connsiteY113" fmla="*/ 163617 h 1078080"/>
              <a:gd name="connsiteX114" fmla="*/ 4118886 w 11393348"/>
              <a:gd name="connsiteY114" fmla="*/ 59498 h 1078080"/>
              <a:gd name="connsiteX115" fmla="*/ 3803328 w 11393348"/>
              <a:gd name="connsiteY115" fmla="*/ 59498 h 1078080"/>
              <a:gd name="connsiteX116" fmla="*/ 3699210 w 11393348"/>
              <a:gd name="connsiteY116" fmla="*/ 163617 h 1078080"/>
              <a:gd name="connsiteX117" fmla="*/ 3803328 w 11393348"/>
              <a:gd name="connsiteY117" fmla="*/ 267735 h 1078080"/>
              <a:gd name="connsiteX118" fmla="*/ 3907446 w 11393348"/>
              <a:gd name="connsiteY118" fmla="*/ 163617 h 1078080"/>
              <a:gd name="connsiteX119" fmla="*/ 3803328 w 11393348"/>
              <a:gd name="connsiteY119" fmla="*/ 59498 h 1078080"/>
              <a:gd name="connsiteX120" fmla="*/ 3487769 w 11393348"/>
              <a:gd name="connsiteY120" fmla="*/ 59498 h 1078080"/>
              <a:gd name="connsiteX121" fmla="*/ 3383651 w 11393348"/>
              <a:gd name="connsiteY121" fmla="*/ 163617 h 1078080"/>
              <a:gd name="connsiteX122" fmla="*/ 3487769 w 11393348"/>
              <a:gd name="connsiteY122" fmla="*/ 267735 h 1078080"/>
              <a:gd name="connsiteX123" fmla="*/ 3591887 w 11393348"/>
              <a:gd name="connsiteY123" fmla="*/ 163617 h 1078080"/>
              <a:gd name="connsiteX124" fmla="*/ 3487769 w 11393348"/>
              <a:gd name="connsiteY124" fmla="*/ 59498 h 1078080"/>
              <a:gd name="connsiteX125" fmla="*/ 3172211 w 11393348"/>
              <a:gd name="connsiteY125" fmla="*/ 59498 h 1078080"/>
              <a:gd name="connsiteX126" fmla="*/ 3068092 w 11393348"/>
              <a:gd name="connsiteY126" fmla="*/ 163617 h 1078080"/>
              <a:gd name="connsiteX127" fmla="*/ 3172211 w 11393348"/>
              <a:gd name="connsiteY127" fmla="*/ 267735 h 1078080"/>
              <a:gd name="connsiteX128" fmla="*/ 3276329 w 11393348"/>
              <a:gd name="connsiteY128" fmla="*/ 163617 h 1078080"/>
              <a:gd name="connsiteX129" fmla="*/ 3172211 w 11393348"/>
              <a:gd name="connsiteY129" fmla="*/ 59498 h 1078080"/>
              <a:gd name="connsiteX130" fmla="*/ 2856652 w 11393348"/>
              <a:gd name="connsiteY130" fmla="*/ 59498 h 1078080"/>
              <a:gd name="connsiteX131" fmla="*/ 2752534 w 11393348"/>
              <a:gd name="connsiteY131" fmla="*/ 163617 h 1078080"/>
              <a:gd name="connsiteX132" fmla="*/ 2856652 w 11393348"/>
              <a:gd name="connsiteY132" fmla="*/ 267735 h 1078080"/>
              <a:gd name="connsiteX133" fmla="*/ 2960770 w 11393348"/>
              <a:gd name="connsiteY133" fmla="*/ 163617 h 1078080"/>
              <a:gd name="connsiteX134" fmla="*/ 2856652 w 11393348"/>
              <a:gd name="connsiteY134" fmla="*/ 59498 h 1078080"/>
              <a:gd name="connsiteX135" fmla="*/ 2541093 w 11393348"/>
              <a:gd name="connsiteY135" fmla="*/ 59498 h 1078080"/>
              <a:gd name="connsiteX136" fmla="*/ 2436975 w 11393348"/>
              <a:gd name="connsiteY136" fmla="*/ 163617 h 1078080"/>
              <a:gd name="connsiteX137" fmla="*/ 2541093 w 11393348"/>
              <a:gd name="connsiteY137" fmla="*/ 267735 h 1078080"/>
              <a:gd name="connsiteX138" fmla="*/ 2645212 w 11393348"/>
              <a:gd name="connsiteY138" fmla="*/ 163617 h 1078080"/>
              <a:gd name="connsiteX139" fmla="*/ 2541093 w 11393348"/>
              <a:gd name="connsiteY139" fmla="*/ 59498 h 1078080"/>
              <a:gd name="connsiteX140" fmla="*/ 2225535 w 11393348"/>
              <a:gd name="connsiteY140" fmla="*/ 59498 h 1078080"/>
              <a:gd name="connsiteX141" fmla="*/ 2121417 w 11393348"/>
              <a:gd name="connsiteY141" fmla="*/ 163617 h 1078080"/>
              <a:gd name="connsiteX142" fmla="*/ 2225535 w 11393348"/>
              <a:gd name="connsiteY142" fmla="*/ 267735 h 1078080"/>
              <a:gd name="connsiteX143" fmla="*/ 2329653 w 11393348"/>
              <a:gd name="connsiteY143" fmla="*/ 163617 h 1078080"/>
              <a:gd name="connsiteX144" fmla="*/ 2225535 w 11393348"/>
              <a:gd name="connsiteY144" fmla="*/ 59498 h 1078080"/>
              <a:gd name="connsiteX145" fmla="*/ 1909976 w 11393348"/>
              <a:gd name="connsiteY145" fmla="*/ 59498 h 1078080"/>
              <a:gd name="connsiteX146" fmla="*/ 1805858 w 11393348"/>
              <a:gd name="connsiteY146" fmla="*/ 163617 h 1078080"/>
              <a:gd name="connsiteX147" fmla="*/ 1909976 w 11393348"/>
              <a:gd name="connsiteY147" fmla="*/ 267735 h 1078080"/>
              <a:gd name="connsiteX148" fmla="*/ 2014094 w 11393348"/>
              <a:gd name="connsiteY148" fmla="*/ 163617 h 1078080"/>
              <a:gd name="connsiteX149" fmla="*/ 1909976 w 11393348"/>
              <a:gd name="connsiteY149" fmla="*/ 59498 h 1078080"/>
              <a:gd name="connsiteX150" fmla="*/ 1594417 w 11393348"/>
              <a:gd name="connsiteY150" fmla="*/ 59498 h 1078080"/>
              <a:gd name="connsiteX151" fmla="*/ 1490299 w 11393348"/>
              <a:gd name="connsiteY151" fmla="*/ 163617 h 1078080"/>
              <a:gd name="connsiteX152" fmla="*/ 1594417 w 11393348"/>
              <a:gd name="connsiteY152" fmla="*/ 267735 h 1078080"/>
              <a:gd name="connsiteX153" fmla="*/ 1698536 w 11393348"/>
              <a:gd name="connsiteY153" fmla="*/ 163617 h 1078080"/>
              <a:gd name="connsiteX154" fmla="*/ 1594417 w 11393348"/>
              <a:gd name="connsiteY154" fmla="*/ 59498 h 1078080"/>
              <a:gd name="connsiteX155" fmla="*/ 1278859 w 11393348"/>
              <a:gd name="connsiteY155" fmla="*/ 59498 h 1078080"/>
              <a:gd name="connsiteX156" fmla="*/ 1174741 w 11393348"/>
              <a:gd name="connsiteY156" fmla="*/ 163617 h 1078080"/>
              <a:gd name="connsiteX157" fmla="*/ 1278859 w 11393348"/>
              <a:gd name="connsiteY157" fmla="*/ 267735 h 1078080"/>
              <a:gd name="connsiteX158" fmla="*/ 1382977 w 11393348"/>
              <a:gd name="connsiteY158" fmla="*/ 163617 h 1078080"/>
              <a:gd name="connsiteX159" fmla="*/ 1278859 w 11393348"/>
              <a:gd name="connsiteY159" fmla="*/ 59498 h 1078080"/>
              <a:gd name="connsiteX160" fmla="*/ 963300 w 11393348"/>
              <a:gd name="connsiteY160" fmla="*/ 59498 h 1078080"/>
              <a:gd name="connsiteX161" fmla="*/ 859182 w 11393348"/>
              <a:gd name="connsiteY161" fmla="*/ 163617 h 1078080"/>
              <a:gd name="connsiteX162" fmla="*/ 963300 w 11393348"/>
              <a:gd name="connsiteY162" fmla="*/ 267735 h 1078080"/>
              <a:gd name="connsiteX163" fmla="*/ 1067418 w 11393348"/>
              <a:gd name="connsiteY163" fmla="*/ 163617 h 1078080"/>
              <a:gd name="connsiteX164" fmla="*/ 963300 w 11393348"/>
              <a:gd name="connsiteY164" fmla="*/ 59498 h 1078080"/>
              <a:gd name="connsiteX165" fmla="*/ 647742 w 11393348"/>
              <a:gd name="connsiteY165" fmla="*/ 59498 h 1078080"/>
              <a:gd name="connsiteX166" fmla="*/ 543623 w 11393348"/>
              <a:gd name="connsiteY166" fmla="*/ 163617 h 1078080"/>
              <a:gd name="connsiteX167" fmla="*/ 647742 w 11393348"/>
              <a:gd name="connsiteY167" fmla="*/ 267735 h 1078080"/>
              <a:gd name="connsiteX168" fmla="*/ 751860 w 11393348"/>
              <a:gd name="connsiteY168" fmla="*/ 163617 h 1078080"/>
              <a:gd name="connsiteX169" fmla="*/ 647742 w 11393348"/>
              <a:gd name="connsiteY169" fmla="*/ 59498 h 1078080"/>
              <a:gd name="connsiteX170" fmla="*/ 332183 w 11393348"/>
              <a:gd name="connsiteY170" fmla="*/ 59498 h 1078080"/>
              <a:gd name="connsiteX171" fmla="*/ 228065 w 11393348"/>
              <a:gd name="connsiteY171" fmla="*/ 163617 h 1078080"/>
              <a:gd name="connsiteX172" fmla="*/ 332183 w 11393348"/>
              <a:gd name="connsiteY172" fmla="*/ 267735 h 1078080"/>
              <a:gd name="connsiteX173" fmla="*/ 436301 w 11393348"/>
              <a:gd name="connsiteY173" fmla="*/ 163617 h 1078080"/>
              <a:gd name="connsiteX174" fmla="*/ 332183 w 11393348"/>
              <a:gd name="connsiteY174" fmla="*/ 59498 h 1078080"/>
              <a:gd name="connsiteX175" fmla="*/ 178490 w 11393348"/>
              <a:gd name="connsiteY175" fmla="*/ 0 h 1078080"/>
              <a:gd name="connsiteX176" fmla="*/ 11214858 w 11393348"/>
              <a:gd name="connsiteY176" fmla="*/ 0 h 1078080"/>
              <a:gd name="connsiteX177" fmla="*/ 11393348 w 11393348"/>
              <a:gd name="connsiteY177" fmla="*/ 178490 h 1078080"/>
              <a:gd name="connsiteX178" fmla="*/ 11393348 w 11393348"/>
              <a:gd name="connsiteY178" fmla="*/ 711784 h 1078080"/>
              <a:gd name="connsiteX179" fmla="*/ 11393348 w 11393348"/>
              <a:gd name="connsiteY179" fmla="*/ 1070917 h 1078080"/>
              <a:gd name="connsiteX180" fmla="*/ 11393348 w 11393348"/>
              <a:gd name="connsiteY180" fmla="*/ 1078080 h 1078080"/>
              <a:gd name="connsiteX181" fmla="*/ 0 w 11393348"/>
              <a:gd name="connsiteY181" fmla="*/ 1078080 h 1078080"/>
              <a:gd name="connsiteX182" fmla="*/ 0 w 11393348"/>
              <a:gd name="connsiteY182" fmla="*/ 1070917 h 1078080"/>
              <a:gd name="connsiteX183" fmla="*/ 0 w 11393348"/>
              <a:gd name="connsiteY183" fmla="*/ 711784 h 1078080"/>
              <a:gd name="connsiteX184" fmla="*/ 0 w 11393348"/>
              <a:gd name="connsiteY184" fmla="*/ 178490 h 1078080"/>
              <a:gd name="connsiteX185" fmla="*/ 178490 w 11393348"/>
              <a:gd name="connsiteY185" fmla="*/ 0 h 107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1393348" h="1078080">
                <a:moveTo>
                  <a:pt x="11061165" y="59498"/>
                </a:moveTo>
                <a:cubicBezTo>
                  <a:pt x="11003663" y="59498"/>
                  <a:pt x="10957047" y="106114"/>
                  <a:pt x="10957047" y="163617"/>
                </a:cubicBezTo>
                <a:cubicBezTo>
                  <a:pt x="10957047" y="221119"/>
                  <a:pt x="11003663" y="267735"/>
                  <a:pt x="11061165" y="267735"/>
                </a:cubicBezTo>
                <a:cubicBezTo>
                  <a:pt x="11118667" y="267735"/>
                  <a:pt x="11165283" y="221119"/>
                  <a:pt x="11165283" y="163617"/>
                </a:cubicBezTo>
                <a:cubicBezTo>
                  <a:pt x="11165283" y="106114"/>
                  <a:pt x="11118667" y="59498"/>
                  <a:pt x="11061165" y="59498"/>
                </a:cubicBezTo>
                <a:close/>
                <a:moveTo>
                  <a:pt x="10745617" y="59498"/>
                </a:moveTo>
                <a:cubicBezTo>
                  <a:pt x="10688115" y="59498"/>
                  <a:pt x="10641499" y="106114"/>
                  <a:pt x="10641499" y="163617"/>
                </a:cubicBezTo>
                <a:cubicBezTo>
                  <a:pt x="10641499" y="221119"/>
                  <a:pt x="10688115" y="267735"/>
                  <a:pt x="10745617" y="267735"/>
                </a:cubicBezTo>
                <a:cubicBezTo>
                  <a:pt x="10803119" y="267735"/>
                  <a:pt x="10849735" y="221119"/>
                  <a:pt x="10849735" y="163617"/>
                </a:cubicBezTo>
                <a:cubicBezTo>
                  <a:pt x="10849735" y="106114"/>
                  <a:pt x="10803119" y="59498"/>
                  <a:pt x="10745617" y="59498"/>
                </a:cubicBezTo>
                <a:close/>
                <a:moveTo>
                  <a:pt x="10430058" y="59498"/>
                </a:moveTo>
                <a:cubicBezTo>
                  <a:pt x="10372556" y="59498"/>
                  <a:pt x="10325940" y="106114"/>
                  <a:pt x="10325940" y="163617"/>
                </a:cubicBezTo>
                <a:cubicBezTo>
                  <a:pt x="10325940" y="221119"/>
                  <a:pt x="10372556" y="267735"/>
                  <a:pt x="10430058" y="267735"/>
                </a:cubicBezTo>
                <a:cubicBezTo>
                  <a:pt x="10487560" y="267735"/>
                  <a:pt x="10534176" y="221119"/>
                  <a:pt x="10534176" y="163617"/>
                </a:cubicBezTo>
                <a:cubicBezTo>
                  <a:pt x="10534176" y="106114"/>
                  <a:pt x="10487560" y="59498"/>
                  <a:pt x="10430058" y="59498"/>
                </a:cubicBezTo>
                <a:close/>
                <a:moveTo>
                  <a:pt x="10114500" y="59498"/>
                </a:moveTo>
                <a:cubicBezTo>
                  <a:pt x="10056997" y="59498"/>
                  <a:pt x="10010381" y="106114"/>
                  <a:pt x="10010381" y="163617"/>
                </a:cubicBezTo>
                <a:cubicBezTo>
                  <a:pt x="10010381" y="221119"/>
                  <a:pt x="10056997" y="267735"/>
                  <a:pt x="10114500" y="267735"/>
                </a:cubicBezTo>
                <a:cubicBezTo>
                  <a:pt x="10172002" y="267735"/>
                  <a:pt x="10218618" y="221119"/>
                  <a:pt x="10218618" y="163617"/>
                </a:cubicBezTo>
                <a:cubicBezTo>
                  <a:pt x="10218618" y="106114"/>
                  <a:pt x="10172002" y="59498"/>
                  <a:pt x="10114500" y="59498"/>
                </a:cubicBezTo>
                <a:close/>
                <a:moveTo>
                  <a:pt x="9798941" y="59498"/>
                </a:moveTo>
                <a:cubicBezTo>
                  <a:pt x="9741439" y="59498"/>
                  <a:pt x="9694823" y="106114"/>
                  <a:pt x="9694823" y="163617"/>
                </a:cubicBezTo>
                <a:cubicBezTo>
                  <a:pt x="9694823" y="221119"/>
                  <a:pt x="9741439" y="267735"/>
                  <a:pt x="9798941" y="267735"/>
                </a:cubicBezTo>
                <a:cubicBezTo>
                  <a:pt x="9856443" y="267735"/>
                  <a:pt x="9903059" y="221119"/>
                  <a:pt x="9903059" y="163617"/>
                </a:cubicBezTo>
                <a:cubicBezTo>
                  <a:pt x="9903059" y="106114"/>
                  <a:pt x="9856443" y="59498"/>
                  <a:pt x="9798941" y="59498"/>
                </a:cubicBezTo>
                <a:close/>
                <a:moveTo>
                  <a:pt x="9483382" y="59498"/>
                </a:moveTo>
                <a:cubicBezTo>
                  <a:pt x="9425880" y="59498"/>
                  <a:pt x="9379264" y="106114"/>
                  <a:pt x="9379264" y="163617"/>
                </a:cubicBezTo>
                <a:cubicBezTo>
                  <a:pt x="9379264" y="221119"/>
                  <a:pt x="9425880" y="267735"/>
                  <a:pt x="9483382" y="267735"/>
                </a:cubicBezTo>
                <a:cubicBezTo>
                  <a:pt x="9540884" y="267735"/>
                  <a:pt x="9587501" y="221119"/>
                  <a:pt x="9587501" y="163617"/>
                </a:cubicBezTo>
                <a:cubicBezTo>
                  <a:pt x="9587501" y="106114"/>
                  <a:pt x="9540884" y="59498"/>
                  <a:pt x="9483382" y="59498"/>
                </a:cubicBezTo>
                <a:close/>
                <a:moveTo>
                  <a:pt x="9167824" y="59498"/>
                </a:moveTo>
                <a:cubicBezTo>
                  <a:pt x="9110322" y="59498"/>
                  <a:pt x="9063706" y="106114"/>
                  <a:pt x="9063706" y="163617"/>
                </a:cubicBezTo>
                <a:cubicBezTo>
                  <a:pt x="9063706" y="221119"/>
                  <a:pt x="9110322" y="267735"/>
                  <a:pt x="9167824" y="267735"/>
                </a:cubicBezTo>
                <a:cubicBezTo>
                  <a:pt x="9225326" y="267735"/>
                  <a:pt x="9271942" y="221119"/>
                  <a:pt x="9271942" y="163617"/>
                </a:cubicBezTo>
                <a:cubicBezTo>
                  <a:pt x="9271942" y="106114"/>
                  <a:pt x="9225326" y="59498"/>
                  <a:pt x="9167824" y="59498"/>
                </a:cubicBezTo>
                <a:close/>
                <a:moveTo>
                  <a:pt x="8852265" y="59498"/>
                </a:moveTo>
                <a:cubicBezTo>
                  <a:pt x="8794763" y="59498"/>
                  <a:pt x="8748147" y="106114"/>
                  <a:pt x="8748147" y="163617"/>
                </a:cubicBezTo>
                <a:cubicBezTo>
                  <a:pt x="8748147" y="221119"/>
                  <a:pt x="8794763" y="267735"/>
                  <a:pt x="8852265" y="267735"/>
                </a:cubicBezTo>
                <a:cubicBezTo>
                  <a:pt x="8909767" y="267735"/>
                  <a:pt x="8956383" y="221119"/>
                  <a:pt x="8956383" y="163617"/>
                </a:cubicBezTo>
                <a:cubicBezTo>
                  <a:pt x="8956383" y="106114"/>
                  <a:pt x="8909767" y="59498"/>
                  <a:pt x="8852265" y="59498"/>
                </a:cubicBezTo>
                <a:close/>
                <a:moveTo>
                  <a:pt x="8536707" y="59498"/>
                </a:moveTo>
                <a:cubicBezTo>
                  <a:pt x="8479204" y="59498"/>
                  <a:pt x="8432588" y="106114"/>
                  <a:pt x="8432588" y="163617"/>
                </a:cubicBezTo>
                <a:cubicBezTo>
                  <a:pt x="8432588" y="221119"/>
                  <a:pt x="8479204" y="267735"/>
                  <a:pt x="8536707" y="267735"/>
                </a:cubicBezTo>
                <a:cubicBezTo>
                  <a:pt x="8594209" y="267735"/>
                  <a:pt x="8640825" y="221119"/>
                  <a:pt x="8640825" y="163617"/>
                </a:cubicBezTo>
                <a:cubicBezTo>
                  <a:pt x="8640825" y="106114"/>
                  <a:pt x="8594209" y="59498"/>
                  <a:pt x="8536707" y="59498"/>
                </a:cubicBezTo>
                <a:close/>
                <a:moveTo>
                  <a:pt x="8221148" y="59498"/>
                </a:moveTo>
                <a:cubicBezTo>
                  <a:pt x="8163646" y="59498"/>
                  <a:pt x="8117029" y="106114"/>
                  <a:pt x="8117029" y="163617"/>
                </a:cubicBezTo>
                <a:cubicBezTo>
                  <a:pt x="8117029" y="221119"/>
                  <a:pt x="8163646" y="267735"/>
                  <a:pt x="8221148" y="267735"/>
                </a:cubicBezTo>
                <a:cubicBezTo>
                  <a:pt x="8278650" y="267735"/>
                  <a:pt x="8325266" y="221119"/>
                  <a:pt x="8325266" y="163617"/>
                </a:cubicBezTo>
                <a:cubicBezTo>
                  <a:pt x="8325266" y="106114"/>
                  <a:pt x="8278650" y="59498"/>
                  <a:pt x="8221148" y="59498"/>
                </a:cubicBezTo>
                <a:close/>
                <a:moveTo>
                  <a:pt x="7905590" y="59498"/>
                </a:moveTo>
                <a:cubicBezTo>
                  <a:pt x="7848087" y="59498"/>
                  <a:pt x="7801471" y="106114"/>
                  <a:pt x="7801471" y="163617"/>
                </a:cubicBezTo>
                <a:cubicBezTo>
                  <a:pt x="7801471" y="221119"/>
                  <a:pt x="7848087" y="267735"/>
                  <a:pt x="7905590" y="267735"/>
                </a:cubicBezTo>
                <a:cubicBezTo>
                  <a:pt x="7963092" y="267735"/>
                  <a:pt x="8009707" y="221119"/>
                  <a:pt x="8009707" y="163617"/>
                </a:cubicBezTo>
                <a:cubicBezTo>
                  <a:pt x="8009707" y="106114"/>
                  <a:pt x="7963092" y="59498"/>
                  <a:pt x="7905590" y="59498"/>
                </a:cubicBezTo>
                <a:close/>
                <a:moveTo>
                  <a:pt x="7590031" y="59498"/>
                </a:moveTo>
                <a:cubicBezTo>
                  <a:pt x="7532529" y="59498"/>
                  <a:pt x="7485913" y="106114"/>
                  <a:pt x="7485913" y="163617"/>
                </a:cubicBezTo>
                <a:cubicBezTo>
                  <a:pt x="7485913" y="221119"/>
                  <a:pt x="7532529" y="267735"/>
                  <a:pt x="7590031" y="267735"/>
                </a:cubicBezTo>
                <a:cubicBezTo>
                  <a:pt x="7647533" y="267735"/>
                  <a:pt x="7694149" y="221119"/>
                  <a:pt x="7694149" y="163617"/>
                </a:cubicBezTo>
                <a:cubicBezTo>
                  <a:pt x="7694149" y="106114"/>
                  <a:pt x="7647533" y="59498"/>
                  <a:pt x="7590031" y="59498"/>
                </a:cubicBezTo>
                <a:close/>
                <a:moveTo>
                  <a:pt x="7274472" y="59498"/>
                </a:moveTo>
                <a:cubicBezTo>
                  <a:pt x="7216970" y="59498"/>
                  <a:pt x="7170354" y="106114"/>
                  <a:pt x="7170354" y="163617"/>
                </a:cubicBezTo>
                <a:cubicBezTo>
                  <a:pt x="7170354" y="221119"/>
                  <a:pt x="7216970" y="267735"/>
                  <a:pt x="7274472" y="267735"/>
                </a:cubicBezTo>
                <a:cubicBezTo>
                  <a:pt x="7331974" y="267735"/>
                  <a:pt x="7378591" y="221119"/>
                  <a:pt x="7378591" y="163617"/>
                </a:cubicBezTo>
                <a:cubicBezTo>
                  <a:pt x="7378591" y="106114"/>
                  <a:pt x="7331974" y="59498"/>
                  <a:pt x="7274472" y="59498"/>
                </a:cubicBezTo>
                <a:close/>
                <a:moveTo>
                  <a:pt x="6958914" y="59498"/>
                </a:moveTo>
                <a:cubicBezTo>
                  <a:pt x="6901412" y="59498"/>
                  <a:pt x="6854796" y="106114"/>
                  <a:pt x="6854796" y="163617"/>
                </a:cubicBezTo>
                <a:cubicBezTo>
                  <a:pt x="6854796" y="221119"/>
                  <a:pt x="6901412" y="267735"/>
                  <a:pt x="6958914" y="267735"/>
                </a:cubicBezTo>
                <a:cubicBezTo>
                  <a:pt x="7016416" y="267735"/>
                  <a:pt x="7063032" y="221119"/>
                  <a:pt x="7063032" y="163617"/>
                </a:cubicBezTo>
                <a:cubicBezTo>
                  <a:pt x="7063032" y="106114"/>
                  <a:pt x="7016416" y="59498"/>
                  <a:pt x="6958914" y="59498"/>
                </a:cubicBezTo>
                <a:close/>
                <a:moveTo>
                  <a:pt x="6643355" y="59498"/>
                </a:moveTo>
                <a:cubicBezTo>
                  <a:pt x="6585853" y="59498"/>
                  <a:pt x="6539237" y="106114"/>
                  <a:pt x="6539237" y="163617"/>
                </a:cubicBezTo>
                <a:cubicBezTo>
                  <a:pt x="6539237" y="221119"/>
                  <a:pt x="6585853" y="267735"/>
                  <a:pt x="6643355" y="267735"/>
                </a:cubicBezTo>
                <a:cubicBezTo>
                  <a:pt x="6700857" y="267735"/>
                  <a:pt x="6747473" y="221119"/>
                  <a:pt x="6747473" y="163617"/>
                </a:cubicBezTo>
                <a:cubicBezTo>
                  <a:pt x="6747473" y="106114"/>
                  <a:pt x="6700857" y="59498"/>
                  <a:pt x="6643355" y="59498"/>
                </a:cubicBezTo>
                <a:close/>
                <a:moveTo>
                  <a:pt x="6327797" y="59498"/>
                </a:moveTo>
                <a:cubicBezTo>
                  <a:pt x="6270294" y="59498"/>
                  <a:pt x="6223678" y="106114"/>
                  <a:pt x="6223678" y="163617"/>
                </a:cubicBezTo>
                <a:cubicBezTo>
                  <a:pt x="6223678" y="221119"/>
                  <a:pt x="6270294" y="267735"/>
                  <a:pt x="6327797" y="267735"/>
                </a:cubicBezTo>
                <a:cubicBezTo>
                  <a:pt x="6385299" y="267735"/>
                  <a:pt x="6431915" y="221119"/>
                  <a:pt x="6431915" y="163617"/>
                </a:cubicBezTo>
                <a:cubicBezTo>
                  <a:pt x="6431915" y="106114"/>
                  <a:pt x="6385299" y="59498"/>
                  <a:pt x="6327797" y="59498"/>
                </a:cubicBezTo>
                <a:close/>
                <a:moveTo>
                  <a:pt x="6012238" y="59498"/>
                </a:moveTo>
                <a:cubicBezTo>
                  <a:pt x="5954736" y="59498"/>
                  <a:pt x="5908120" y="106114"/>
                  <a:pt x="5908120" y="163617"/>
                </a:cubicBezTo>
                <a:cubicBezTo>
                  <a:pt x="5908120" y="221119"/>
                  <a:pt x="5954736" y="267735"/>
                  <a:pt x="6012238" y="267735"/>
                </a:cubicBezTo>
                <a:cubicBezTo>
                  <a:pt x="6069740" y="267735"/>
                  <a:pt x="6116356" y="221119"/>
                  <a:pt x="6116356" y="163617"/>
                </a:cubicBezTo>
                <a:cubicBezTo>
                  <a:pt x="6116356" y="106114"/>
                  <a:pt x="6069740" y="59498"/>
                  <a:pt x="6012238" y="59498"/>
                </a:cubicBezTo>
                <a:close/>
                <a:moveTo>
                  <a:pt x="5696680" y="59498"/>
                </a:moveTo>
                <a:cubicBezTo>
                  <a:pt x="5639178" y="59498"/>
                  <a:pt x="5592561" y="106114"/>
                  <a:pt x="5592561" y="163617"/>
                </a:cubicBezTo>
                <a:cubicBezTo>
                  <a:pt x="5592561" y="221119"/>
                  <a:pt x="5639178" y="267735"/>
                  <a:pt x="5696680" y="267735"/>
                </a:cubicBezTo>
                <a:cubicBezTo>
                  <a:pt x="5754182" y="267735"/>
                  <a:pt x="5800798" y="221119"/>
                  <a:pt x="5800798" y="163617"/>
                </a:cubicBezTo>
                <a:cubicBezTo>
                  <a:pt x="5800798" y="106114"/>
                  <a:pt x="5754182" y="59498"/>
                  <a:pt x="5696680" y="59498"/>
                </a:cubicBezTo>
                <a:close/>
                <a:moveTo>
                  <a:pt x="5381121" y="59498"/>
                </a:moveTo>
                <a:cubicBezTo>
                  <a:pt x="5323619" y="59498"/>
                  <a:pt x="5277003" y="106114"/>
                  <a:pt x="5277003" y="163617"/>
                </a:cubicBezTo>
                <a:cubicBezTo>
                  <a:pt x="5277003" y="221119"/>
                  <a:pt x="5323619" y="267735"/>
                  <a:pt x="5381121" y="267735"/>
                </a:cubicBezTo>
                <a:cubicBezTo>
                  <a:pt x="5438623" y="267735"/>
                  <a:pt x="5485239" y="221119"/>
                  <a:pt x="5485239" y="163617"/>
                </a:cubicBezTo>
                <a:cubicBezTo>
                  <a:pt x="5485239" y="106114"/>
                  <a:pt x="5438623" y="59498"/>
                  <a:pt x="5381121" y="59498"/>
                </a:cubicBezTo>
                <a:close/>
                <a:moveTo>
                  <a:pt x="5065562" y="59498"/>
                </a:moveTo>
                <a:cubicBezTo>
                  <a:pt x="5008060" y="59498"/>
                  <a:pt x="4961444" y="106114"/>
                  <a:pt x="4961444" y="163617"/>
                </a:cubicBezTo>
                <a:cubicBezTo>
                  <a:pt x="4961444" y="221119"/>
                  <a:pt x="5008060" y="267735"/>
                  <a:pt x="5065562" y="267735"/>
                </a:cubicBezTo>
                <a:cubicBezTo>
                  <a:pt x="5123064" y="267735"/>
                  <a:pt x="5169680" y="221119"/>
                  <a:pt x="5169680" y="163617"/>
                </a:cubicBezTo>
                <a:cubicBezTo>
                  <a:pt x="5169680" y="106114"/>
                  <a:pt x="5123064" y="59498"/>
                  <a:pt x="5065562" y="59498"/>
                </a:cubicBezTo>
                <a:close/>
                <a:moveTo>
                  <a:pt x="4750004" y="59498"/>
                </a:moveTo>
                <a:cubicBezTo>
                  <a:pt x="4692501" y="59498"/>
                  <a:pt x="4645885" y="106114"/>
                  <a:pt x="4645885" y="163617"/>
                </a:cubicBezTo>
                <a:cubicBezTo>
                  <a:pt x="4645885" y="221119"/>
                  <a:pt x="4692501" y="267735"/>
                  <a:pt x="4750004" y="267735"/>
                </a:cubicBezTo>
                <a:cubicBezTo>
                  <a:pt x="4807506" y="267735"/>
                  <a:pt x="4854122" y="221119"/>
                  <a:pt x="4854122" y="163617"/>
                </a:cubicBezTo>
                <a:cubicBezTo>
                  <a:pt x="4854122" y="106114"/>
                  <a:pt x="4807506" y="59498"/>
                  <a:pt x="4750004" y="59498"/>
                </a:cubicBezTo>
                <a:close/>
                <a:moveTo>
                  <a:pt x="4434445" y="59498"/>
                </a:moveTo>
                <a:cubicBezTo>
                  <a:pt x="4376943" y="59498"/>
                  <a:pt x="4330327" y="106114"/>
                  <a:pt x="4330327" y="163617"/>
                </a:cubicBezTo>
                <a:cubicBezTo>
                  <a:pt x="4330327" y="221119"/>
                  <a:pt x="4376943" y="267735"/>
                  <a:pt x="4434445" y="267735"/>
                </a:cubicBezTo>
                <a:cubicBezTo>
                  <a:pt x="4491947" y="267735"/>
                  <a:pt x="4538564" y="221119"/>
                  <a:pt x="4538564" y="163617"/>
                </a:cubicBezTo>
                <a:cubicBezTo>
                  <a:pt x="4538564" y="106114"/>
                  <a:pt x="4491947" y="59498"/>
                  <a:pt x="4434445" y="59498"/>
                </a:cubicBezTo>
                <a:close/>
                <a:moveTo>
                  <a:pt x="4118886" y="59498"/>
                </a:moveTo>
                <a:cubicBezTo>
                  <a:pt x="4061384" y="59498"/>
                  <a:pt x="4014769" y="106114"/>
                  <a:pt x="4014769" y="163617"/>
                </a:cubicBezTo>
                <a:cubicBezTo>
                  <a:pt x="4014769" y="221119"/>
                  <a:pt x="4061384" y="267735"/>
                  <a:pt x="4118886" y="267735"/>
                </a:cubicBezTo>
                <a:cubicBezTo>
                  <a:pt x="4176388" y="267735"/>
                  <a:pt x="4223004" y="221119"/>
                  <a:pt x="4223004" y="163617"/>
                </a:cubicBezTo>
                <a:cubicBezTo>
                  <a:pt x="4223004" y="106114"/>
                  <a:pt x="4176388" y="59498"/>
                  <a:pt x="4118886" y="59498"/>
                </a:cubicBezTo>
                <a:close/>
                <a:moveTo>
                  <a:pt x="3803328" y="59498"/>
                </a:moveTo>
                <a:cubicBezTo>
                  <a:pt x="3745826" y="59498"/>
                  <a:pt x="3699210" y="106114"/>
                  <a:pt x="3699210" y="163617"/>
                </a:cubicBezTo>
                <a:cubicBezTo>
                  <a:pt x="3699210" y="221119"/>
                  <a:pt x="3745826" y="267735"/>
                  <a:pt x="3803328" y="267735"/>
                </a:cubicBezTo>
                <a:cubicBezTo>
                  <a:pt x="3860830" y="267735"/>
                  <a:pt x="3907446" y="221119"/>
                  <a:pt x="3907446" y="163617"/>
                </a:cubicBezTo>
                <a:cubicBezTo>
                  <a:pt x="3907446" y="106114"/>
                  <a:pt x="3860830" y="59498"/>
                  <a:pt x="3803328" y="59498"/>
                </a:cubicBezTo>
                <a:close/>
                <a:moveTo>
                  <a:pt x="3487769" y="59498"/>
                </a:moveTo>
                <a:cubicBezTo>
                  <a:pt x="3430267" y="59498"/>
                  <a:pt x="3383651" y="106114"/>
                  <a:pt x="3383651" y="163617"/>
                </a:cubicBezTo>
                <a:cubicBezTo>
                  <a:pt x="3383651" y="221119"/>
                  <a:pt x="3430267" y="267735"/>
                  <a:pt x="3487769" y="267735"/>
                </a:cubicBezTo>
                <a:cubicBezTo>
                  <a:pt x="3545271" y="267735"/>
                  <a:pt x="3591887" y="221119"/>
                  <a:pt x="3591887" y="163617"/>
                </a:cubicBezTo>
                <a:cubicBezTo>
                  <a:pt x="3591887" y="106114"/>
                  <a:pt x="3545271" y="59498"/>
                  <a:pt x="3487769" y="59498"/>
                </a:cubicBezTo>
                <a:close/>
                <a:moveTo>
                  <a:pt x="3172211" y="59498"/>
                </a:moveTo>
                <a:cubicBezTo>
                  <a:pt x="3114709" y="59498"/>
                  <a:pt x="3068092" y="106114"/>
                  <a:pt x="3068092" y="163617"/>
                </a:cubicBezTo>
                <a:cubicBezTo>
                  <a:pt x="3068092" y="221119"/>
                  <a:pt x="3114709" y="267735"/>
                  <a:pt x="3172211" y="267735"/>
                </a:cubicBezTo>
                <a:cubicBezTo>
                  <a:pt x="3229713" y="267735"/>
                  <a:pt x="3276329" y="221119"/>
                  <a:pt x="3276329" y="163617"/>
                </a:cubicBezTo>
                <a:cubicBezTo>
                  <a:pt x="3276329" y="106114"/>
                  <a:pt x="3229713" y="59498"/>
                  <a:pt x="3172211" y="59498"/>
                </a:cubicBezTo>
                <a:close/>
                <a:moveTo>
                  <a:pt x="2856652" y="59498"/>
                </a:moveTo>
                <a:cubicBezTo>
                  <a:pt x="2799150" y="59498"/>
                  <a:pt x="2752534" y="106114"/>
                  <a:pt x="2752534" y="163617"/>
                </a:cubicBezTo>
                <a:cubicBezTo>
                  <a:pt x="2752534" y="221119"/>
                  <a:pt x="2799150" y="267735"/>
                  <a:pt x="2856652" y="267735"/>
                </a:cubicBezTo>
                <a:cubicBezTo>
                  <a:pt x="2914154" y="267735"/>
                  <a:pt x="2960770" y="221119"/>
                  <a:pt x="2960770" y="163617"/>
                </a:cubicBezTo>
                <a:cubicBezTo>
                  <a:pt x="2960770" y="106114"/>
                  <a:pt x="2914154" y="59498"/>
                  <a:pt x="2856652" y="59498"/>
                </a:cubicBezTo>
                <a:close/>
                <a:moveTo>
                  <a:pt x="2541093" y="59498"/>
                </a:moveTo>
                <a:cubicBezTo>
                  <a:pt x="2483591" y="59498"/>
                  <a:pt x="2436975" y="106114"/>
                  <a:pt x="2436975" y="163617"/>
                </a:cubicBezTo>
                <a:cubicBezTo>
                  <a:pt x="2436975" y="221119"/>
                  <a:pt x="2483591" y="267735"/>
                  <a:pt x="2541093" y="267735"/>
                </a:cubicBezTo>
                <a:cubicBezTo>
                  <a:pt x="2598595" y="267735"/>
                  <a:pt x="2645212" y="221119"/>
                  <a:pt x="2645212" y="163617"/>
                </a:cubicBezTo>
                <a:cubicBezTo>
                  <a:pt x="2645212" y="106114"/>
                  <a:pt x="2598595" y="59498"/>
                  <a:pt x="2541093" y="59498"/>
                </a:cubicBezTo>
                <a:close/>
                <a:moveTo>
                  <a:pt x="2225535" y="59498"/>
                </a:moveTo>
                <a:cubicBezTo>
                  <a:pt x="2168033" y="59498"/>
                  <a:pt x="2121417" y="106114"/>
                  <a:pt x="2121417" y="163617"/>
                </a:cubicBezTo>
                <a:cubicBezTo>
                  <a:pt x="2121417" y="221119"/>
                  <a:pt x="2168033" y="267735"/>
                  <a:pt x="2225535" y="267735"/>
                </a:cubicBezTo>
                <a:cubicBezTo>
                  <a:pt x="2283037" y="267735"/>
                  <a:pt x="2329653" y="221119"/>
                  <a:pt x="2329653" y="163617"/>
                </a:cubicBezTo>
                <a:cubicBezTo>
                  <a:pt x="2329653" y="106114"/>
                  <a:pt x="2283037" y="59498"/>
                  <a:pt x="2225535" y="59498"/>
                </a:cubicBezTo>
                <a:close/>
                <a:moveTo>
                  <a:pt x="1909976" y="59498"/>
                </a:moveTo>
                <a:cubicBezTo>
                  <a:pt x="1852474" y="59498"/>
                  <a:pt x="1805858" y="106114"/>
                  <a:pt x="1805858" y="163617"/>
                </a:cubicBezTo>
                <a:cubicBezTo>
                  <a:pt x="1805858" y="221119"/>
                  <a:pt x="1852474" y="267735"/>
                  <a:pt x="1909976" y="267735"/>
                </a:cubicBezTo>
                <a:cubicBezTo>
                  <a:pt x="1967478" y="267735"/>
                  <a:pt x="2014094" y="221119"/>
                  <a:pt x="2014094" y="163617"/>
                </a:cubicBezTo>
                <a:cubicBezTo>
                  <a:pt x="2014094" y="106114"/>
                  <a:pt x="1967478" y="59498"/>
                  <a:pt x="1909976" y="59498"/>
                </a:cubicBezTo>
                <a:close/>
                <a:moveTo>
                  <a:pt x="1594417" y="59498"/>
                </a:moveTo>
                <a:cubicBezTo>
                  <a:pt x="1536915" y="59498"/>
                  <a:pt x="1490299" y="106114"/>
                  <a:pt x="1490299" y="163617"/>
                </a:cubicBezTo>
                <a:cubicBezTo>
                  <a:pt x="1490299" y="221119"/>
                  <a:pt x="1536915" y="267735"/>
                  <a:pt x="1594417" y="267735"/>
                </a:cubicBezTo>
                <a:cubicBezTo>
                  <a:pt x="1651919" y="267735"/>
                  <a:pt x="1698536" y="221119"/>
                  <a:pt x="1698536" y="163617"/>
                </a:cubicBezTo>
                <a:cubicBezTo>
                  <a:pt x="1698536" y="106114"/>
                  <a:pt x="1651919" y="59498"/>
                  <a:pt x="1594417" y="59498"/>
                </a:cubicBezTo>
                <a:close/>
                <a:moveTo>
                  <a:pt x="1278859" y="59498"/>
                </a:moveTo>
                <a:cubicBezTo>
                  <a:pt x="1221357" y="59498"/>
                  <a:pt x="1174741" y="106114"/>
                  <a:pt x="1174741" y="163617"/>
                </a:cubicBezTo>
                <a:cubicBezTo>
                  <a:pt x="1174741" y="221119"/>
                  <a:pt x="1221357" y="267735"/>
                  <a:pt x="1278859" y="267735"/>
                </a:cubicBezTo>
                <a:cubicBezTo>
                  <a:pt x="1336361" y="267735"/>
                  <a:pt x="1382977" y="221119"/>
                  <a:pt x="1382977" y="163617"/>
                </a:cubicBezTo>
                <a:cubicBezTo>
                  <a:pt x="1382977" y="106114"/>
                  <a:pt x="1336361" y="59498"/>
                  <a:pt x="1278859" y="59498"/>
                </a:cubicBezTo>
                <a:close/>
                <a:moveTo>
                  <a:pt x="963300" y="59498"/>
                </a:moveTo>
                <a:cubicBezTo>
                  <a:pt x="905798" y="59498"/>
                  <a:pt x="859182" y="106114"/>
                  <a:pt x="859182" y="163617"/>
                </a:cubicBezTo>
                <a:cubicBezTo>
                  <a:pt x="859182" y="221119"/>
                  <a:pt x="905798" y="267735"/>
                  <a:pt x="963300" y="267735"/>
                </a:cubicBezTo>
                <a:cubicBezTo>
                  <a:pt x="1020802" y="267735"/>
                  <a:pt x="1067418" y="221119"/>
                  <a:pt x="1067418" y="163617"/>
                </a:cubicBezTo>
                <a:cubicBezTo>
                  <a:pt x="1067418" y="106114"/>
                  <a:pt x="1020802" y="59498"/>
                  <a:pt x="963300" y="59498"/>
                </a:cubicBezTo>
                <a:close/>
                <a:moveTo>
                  <a:pt x="647742" y="59498"/>
                </a:moveTo>
                <a:cubicBezTo>
                  <a:pt x="590240" y="59498"/>
                  <a:pt x="543623" y="106114"/>
                  <a:pt x="543623" y="163617"/>
                </a:cubicBezTo>
                <a:cubicBezTo>
                  <a:pt x="543623" y="221119"/>
                  <a:pt x="590240" y="267735"/>
                  <a:pt x="647742" y="267735"/>
                </a:cubicBezTo>
                <a:cubicBezTo>
                  <a:pt x="705244" y="267735"/>
                  <a:pt x="751860" y="221119"/>
                  <a:pt x="751860" y="163617"/>
                </a:cubicBezTo>
                <a:cubicBezTo>
                  <a:pt x="751860" y="106114"/>
                  <a:pt x="705244" y="59498"/>
                  <a:pt x="647742" y="59498"/>
                </a:cubicBezTo>
                <a:close/>
                <a:moveTo>
                  <a:pt x="332183" y="59498"/>
                </a:moveTo>
                <a:cubicBezTo>
                  <a:pt x="274681" y="59498"/>
                  <a:pt x="228065" y="106114"/>
                  <a:pt x="228065" y="163617"/>
                </a:cubicBezTo>
                <a:cubicBezTo>
                  <a:pt x="228065" y="221119"/>
                  <a:pt x="274681" y="267735"/>
                  <a:pt x="332183" y="267735"/>
                </a:cubicBezTo>
                <a:cubicBezTo>
                  <a:pt x="389685" y="267735"/>
                  <a:pt x="436301" y="221119"/>
                  <a:pt x="436301" y="163617"/>
                </a:cubicBezTo>
                <a:cubicBezTo>
                  <a:pt x="436301" y="106114"/>
                  <a:pt x="389685" y="59498"/>
                  <a:pt x="332183" y="59498"/>
                </a:cubicBezTo>
                <a:close/>
                <a:moveTo>
                  <a:pt x="178490" y="0"/>
                </a:moveTo>
                <a:lnTo>
                  <a:pt x="11214858" y="0"/>
                </a:lnTo>
                <a:cubicBezTo>
                  <a:pt x="11313436" y="0"/>
                  <a:pt x="11393348" y="79912"/>
                  <a:pt x="11393348" y="178490"/>
                </a:cubicBezTo>
                <a:lnTo>
                  <a:pt x="11393348" y="711784"/>
                </a:lnTo>
                <a:lnTo>
                  <a:pt x="11393348" y="1070917"/>
                </a:lnTo>
                <a:lnTo>
                  <a:pt x="11393348" y="1078080"/>
                </a:lnTo>
                <a:lnTo>
                  <a:pt x="0" y="1078080"/>
                </a:lnTo>
                <a:lnTo>
                  <a:pt x="0" y="1070917"/>
                </a:lnTo>
                <a:lnTo>
                  <a:pt x="0" y="711784"/>
                </a:lnTo>
                <a:lnTo>
                  <a:pt x="0" y="178490"/>
                </a:lnTo>
                <a:cubicBezTo>
                  <a:pt x="0" y="79912"/>
                  <a:pt x="79912" y="0"/>
                  <a:pt x="178490" y="0"/>
                </a:cubicBez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>
            <a:stCxn id="9" idx="182"/>
            <a:endCxn id="9" idx="179"/>
          </p:cNvCxnSpPr>
          <p:nvPr userDrawn="1"/>
        </p:nvCxnSpPr>
        <p:spPr>
          <a:xfrm>
            <a:off x="396847" y="1439267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396847" y="6075485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5" cstate="print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19" y="752270"/>
            <a:ext cx="829158" cy="829158"/>
          </a:xfrm>
          <a:prstGeom prst="rect">
            <a:avLst/>
          </a:prstGeom>
        </p:spPr>
      </p:pic>
      <p:sp>
        <p:nvSpPr>
          <p:cNvPr id="16" name="文本框 15"/>
          <p:cNvSpPr txBox="1"/>
          <p:nvPr userDrawn="1"/>
        </p:nvSpPr>
        <p:spPr>
          <a:xfrm>
            <a:off x="1152540" y="856388"/>
            <a:ext cx="1209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kern="100" dirty="0">
                <a:solidFill>
                  <a:prstClr val="black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判断</a:t>
            </a:r>
            <a:endParaRPr lang="zh-CN" altLang="en-US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749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思维建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1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同侧圆角矩形 6"/>
          <p:cNvSpPr/>
          <p:nvPr userDrawn="1"/>
        </p:nvSpPr>
        <p:spPr>
          <a:xfrm flipV="1">
            <a:off x="396847" y="5599722"/>
            <a:ext cx="11393348" cy="773439"/>
          </a:xfrm>
          <a:prstGeom prst="round2Same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96847" y="1446468"/>
            <a:ext cx="11393348" cy="462905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396847" y="368350"/>
            <a:ext cx="11393348" cy="1078080"/>
          </a:xfrm>
          <a:custGeom>
            <a:avLst/>
            <a:gdLst>
              <a:gd name="connsiteX0" fmla="*/ 11061165 w 11393348"/>
              <a:gd name="connsiteY0" fmla="*/ 59498 h 1078080"/>
              <a:gd name="connsiteX1" fmla="*/ 10957047 w 11393348"/>
              <a:gd name="connsiteY1" fmla="*/ 163617 h 1078080"/>
              <a:gd name="connsiteX2" fmla="*/ 11061165 w 11393348"/>
              <a:gd name="connsiteY2" fmla="*/ 267735 h 1078080"/>
              <a:gd name="connsiteX3" fmla="*/ 11165283 w 11393348"/>
              <a:gd name="connsiteY3" fmla="*/ 163617 h 1078080"/>
              <a:gd name="connsiteX4" fmla="*/ 11061165 w 11393348"/>
              <a:gd name="connsiteY4" fmla="*/ 59498 h 1078080"/>
              <a:gd name="connsiteX5" fmla="*/ 10745617 w 11393348"/>
              <a:gd name="connsiteY5" fmla="*/ 59498 h 1078080"/>
              <a:gd name="connsiteX6" fmla="*/ 10641499 w 11393348"/>
              <a:gd name="connsiteY6" fmla="*/ 163617 h 1078080"/>
              <a:gd name="connsiteX7" fmla="*/ 10745617 w 11393348"/>
              <a:gd name="connsiteY7" fmla="*/ 267735 h 1078080"/>
              <a:gd name="connsiteX8" fmla="*/ 10849735 w 11393348"/>
              <a:gd name="connsiteY8" fmla="*/ 163617 h 1078080"/>
              <a:gd name="connsiteX9" fmla="*/ 10745617 w 11393348"/>
              <a:gd name="connsiteY9" fmla="*/ 59498 h 1078080"/>
              <a:gd name="connsiteX10" fmla="*/ 10430058 w 11393348"/>
              <a:gd name="connsiteY10" fmla="*/ 59498 h 1078080"/>
              <a:gd name="connsiteX11" fmla="*/ 10325940 w 11393348"/>
              <a:gd name="connsiteY11" fmla="*/ 163617 h 1078080"/>
              <a:gd name="connsiteX12" fmla="*/ 10430058 w 11393348"/>
              <a:gd name="connsiteY12" fmla="*/ 267735 h 1078080"/>
              <a:gd name="connsiteX13" fmla="*/ 10534176 w 11393348"/>
              <a:gd name="connsiteY13" fmla="*/ 163617 h 1078080"/>
              <a:gd name="connsiteX14" fmla="*/ 10430058 w 11393348"/>
              <a:gd name="connsiteY14" fmla="*/ 59498 h 1078080"/>
              <a:gd name="connsiteX15" fmla="*/ 10114500 w 11393348"/>
              <a:gd name="connsiteY15" fmla="*/ 59498 h 1078080"/>
              <a:gd name="connsiteX16" fmla="*/ 10010381 w 11393348"/>
              <a:gd name="connsiteY16" fmla="*/ 163617 h 1078080"/>
              <a:gd name="connsiteX17" fmla="*/ 10114500 w 11393348"/>
              <a:gd name="connsiteY17" fmla="*/ 267735 h 1078080"/>
              <a:gd name="connsiteX18" fmla="*/ 10218618 w 11393348"/>
              <a:gd name="connsiteY18" fmla="*/ 163617 h 1078080"/>
              <a:gd name="connsiteX19" fmla="*/ 10114500 w 11393348"/>
              <a:gd name="connsiteY19" fmla="*/ 59498 h 1078080"/>
              <a:gd name="connsiteX20" fmla="*/ 9798941 w 11393348"/>
              <a:gd name="connsiteY20" fmla="*/ 59498 h 1078080"/>
              <a:gd name="connsiteX21" fmla="*/ 9694823 w 11393348"/>
              <a:gd name="connsiteY21" fmla="*/ 163617 h 1078080"/>
              <a:gd name="connsiteX22" fmla="*/ 9798941 w 11393348"/>
              <a:gd name="connsiteY22" fmla="*/ 267735 h 1078080"/>
              <a:gd name="connsiteX23" fmla="*/ 9903059 w 11393348"/>
              <a:gd name="connsiteY23" fmla="*/ 163617 h 1078080"/>
              <a:gd name="connsiteX24" fmla="*/ 9798941 w 11393348"/>
              <a:gd name="connsiteY24" fmla="*/ 59498 h 1078080"/>
              <a:gd name="connsiteX25" fmla="*/ 9483382 w 11393348"/>
              <a:gd name="connsiteY25" fmla="*/ 59498 h 1078080"/>
              <a:gd name="connsiteX26" fmla="*/ 9379264 w 11393348"/>
              <a:gd name="connsiteY26" fmla="*/ 163617 h 1078080"/>
              <a:gd name="connsiteX27" fmla="*/ 9483382 w 11393348"/>
              <a:gd name="connsiteY27" fmla="*/ 267735 h 1078080"/>
              <a:gd name="connsiteX28" fmla="*/ 9587501 w 11393348"/>
              <a:gd name="connsiteY28" fmla="*/ 163617 h 1078080"/>
              <a:gd name="connsiteX29" fmla="*/ 9483382 w 11393348"/>
              <a:gd name="connsiteY29" fmla="*/ 59498 h 1078080"/>
              <a:gd name="connsiteX30" fmla="*/ 9167824 w 11393348"/>
              <a:gd name="connsiteY30" fmla="*/ 59498 h 1078080"/>
              <a:gd name="connsiteX31" fmla="*/ 9063706 w 11393348"/>
              <a:gd name="connsiteY31" fmla="*/ 163617 h 1078080"/>
              <a:gd name="connsiteX32" fmla="*/ 9167824 w 11393348"/>
              <a:gd name="connsiteY32" fmla="*/ 267735 h 1078080"/>
              <a:gd name="connsiteX33" fmla="*/ 9271942 w 11393348"/>
              <a:gd name="connsiteY33" fmla="*/ 163617 h 1078080"/>
              <a:gd name="connsiteX34" fmla="*/ 9167824 w 11393348"/>
              <a:gd name="connsiteY34" fmla="*/ 59498 h 1078080"/>
              <a:gd name="connsiteX35" fmla="*/ 8852265 w 11393348"/>
              <a:gd name="connsiteY35" fmla="*/ 59498 h 1078080"/>
              <a:gd name="connsiteX36" fmla="*/ 8748147 w 11393348"/>
              <a:gd name="connsiteY36" fmla="*/ 163617 h 1078080"/>
              <a:gd name="connsiteX37" fmla="*/ 8852265 w 11393348"/>
              <a:gd name="connsiteY37" fmla="*/ 267735 h 1078080"/>
              <a:gd name="connsiteX38" fmla="*/ 8956383 w 11393348"/>
              <a:gd name="connsiteY38" fmla="*/ 163617 h 1078080"/>
              <a:gd name="connsiteX39" fmla="*/ 8852265 w 11393348"/>
              <a:gd name="connsiteY39" fmla="*/ 59498 h 1078080"/>
              <a:gd name="connsiteX40" fmla="*/ 8536707 w 11393348"/>
              <a:gd name="connsiteY40" fmla="*/ 59498 h 1078080"/>
              <a:gd name="connsiteX41" fmla="*/ 8432588 w 11393348"/>
              <a:gd name="connsiteY41" fmla="*/ 163617 h 1078080"/>
              <a:gd name="connsiteX42" fmla="*/ 8536707 w 11393348"/>
              <a:gd name="connsiteY42" fmla="*/ 267735 h 1078080"/>
              <a:gd name="connsiteX43" fmla="*/ 8640825 w 11393348"/>
              <a:gd name="connsiteY43" fmla="*/ 163617 h 1078080"/>
              <a:gd name="connsiteX44" fmla="*/ 8536707 w 11393348"/>
              <a:gd name="connsiteY44" fmla="*/ 59498 h 1078080"/>
              <a:gd name="connsiteX45" fmla="*/ 8221148 w 11393348"/>
              <a:gd name="connsiteY45" fmla="*/ 59498 h 1078080"/>
              <a:gd name="connsiteX46" fmla="*/ 8117029 w 11393348"/>
              <a:gd name="connsiteY46" fmla="*/ 163617 h 1078080"/>
              <a:gd name="connsiteX47" fmla="*/ 8221148 w 11393348"/>
              <a:gd name="connsiteY47" fmla="*/ 267735 h 1078080"/>
              <a:gd name="connsiteX48" fmla="*/ 8325266 w 11393348"/>
              <a:gd name="connsiteY48" fmla="*/ 163617 h 1078080"/>
              <a:gd name="connsiteX49" fmla="*/ 8221148 w 11393348"/>
              <a:gd name="connsiteY49" fmla="*/ 59498 h 1078080"/>
              <a:gd name="connsiteX50" fmla="*/ 7905590 w 11393348"/>
              <a:gd name="connsiteY50" fmla="*/ 59498 h 1078080"/>
              <a:gd name="connsiteX51" fmla="*/ 7801471 w 11393348"/>
              <a:gd name="connsiteY51" fmla="*/ 163617 h 1078080"/>
              <a:gd name="connsiteX52" fmla="*/ 7905590 w 11393348"/>
              <a:gd name="connsiteY52" fmla="*/ 267735 h 1078080"/>
              <a:gd name="connsiteX53" fmla="*/ 8009707 w 11393348"/>
              <a:gd name="connsiteY53" fmla="*/ 163617 h 1078080"/>
              <a:gd name="connsiteX54" fmla="*/ 7905590 w 11393348"/>
              <a:gd name="connsiteY54" fmla="*/ 59498 h 1078080"/>
              <a:gd name="connsiteX55" fmla="*/ 7590031 w 11393348"/>
              <a:gd name="connsiteY55" fmla="*/ 59498 h 1078080"/>
              <a:gd name="connsiteX56" fmla="*/ 7485913 w 11393348"/>
              <a:gd name="connsiteY56" fmla="*/ 163617 h 1078080"/>
              <a:gd name="connsiteX57" fmla="*/ 7590031 w 11393348"/>
              <a:gd name="connsiteY57" fmla="*/ 267735 h 1078080"/>
              <a:gd name="connsiteX58" fmla="*/ 7694149 w 11393348"/>
              <a:gd name="connsiteY58" fmla="*/ 163617 h 1078080"/>
              <a:gd name="connsiteX59" fmla="*/ 7590031 w 11393348"/>
              <a:gd name="connsiteY59" fmla="*/ 59498 h 1078080"/>
              <a:gd name="connsiteX60" fmla="*/ 7274472 w 11393348"/>
              <a:gd name="connsiteY60" fmla="*/ 59498 h 1078080"/>
              <a:gd name="connsiteX61" fmla="*/ 7170354 w 11393348"/>
              <a:gd name="connsiteY61" fmla="*/ 163617 h 1078080"/>
              <a:gd name="connsiteX62" fmla="*/ 7274472 w 11393348"/>
              <a:gd name="connsiteY62" fmla="*/ 267735 h 1078080"/>
              <a:gd name="connsiteX63" fmla="*/ 7378591 w 11393348"/>
              <a:gd name="connsiteY63" fmla="*/ 163617 h 1078080"/>
              <a:gd name="connsiteX64" fmla="*/ 7274472 w 11393348"/>
              <a:gd name="connsiteY64" fmla="*/ 59498 h 1078080"/>
              <a:gd name="connsiteX65" fmla="*/ 6958914 w 11393348"/>
              <a:gd name="connsiteY65" fmla="*/ 59498 h 1078080"/>
              <a:gd name="connsiteX66" fmla="*/ 6854796 w 11393348"/>
              <a:gd name="connsiteY66" fmla="*/ 163617 h 1078080"/>
              <a:gd name="connsiteX67" fmla="*/ 6958914 w 11393348"/>
              <a:gd name="connsiteY67" fmla="*/ 267735 h 1078080"/>
              <a:gd name="connsiteX68" fmla="*/ 7063032 w 11393348"/>
              <a:gd name="connsiteY68" fmla="*/ 163617 h 1078080"/>
              <a:gd name="connsiteX69" fmla="*/ 6958914 w 11393348"/>
              <a:gd name="connsiteY69" fmla="*/ 59498 h 1078080"/>
              <a:gd name="connsiteX70" fmla="*/ 6643355 w 11393348"/>
              <a:gd name="connsiteY70" fmla="*/ 59498 h 1078080"/>
              <a:gd name="connsiteX71" fmla="*/ 6539237 w 11393348"/>
              <a:gd name="connsiteY71" fmla="*/ 163617 h 1078080"/>
              <a:gd name="connsiteX72" fmla="*/ 6643355 w 11393348"/>
              <a:gd name="connsiteY72" fmla="*/ 267735 h 1078080"/>
              <a:gd name="connsiteX73" fmla="*/ 6747473 w 11393348"/>
              <a:gd name="connsiteY73" fmla="*/ 163617 h 1078080"/>
              <a:gd name="connsiteX74" fmla="*/ 6643355 w 11393348"/>
              <a:gd name="connsiteY74" fmla="*/ 59498 h 1078080"/>
              <a:gd name="connsiteX75" fmla="*/ 6327797 w 11393348"/>
              <a:gd name="connsiteY75" fmla="*/ 59498 h 1078080"/>
              <a:gd name="connsiteX76" fmla="*/ 6223678 w 11393348"/>
              <a:gd name="connsiteY76" fmla="*/ 163617 h 1078080"/>
              <a:gd name="connsiteX77" fmla="*/ 6327797 w 11393348"/>
              <a:gd name="connsiteY77" fmla="*/ 267735 h 1078080"/>
              <a:gd name="connsiteX78" fmla="*/ 6431915 w 11393348"/>
              <a:gd name="connsiteY78" fmla="*/ 163617 h 1078080"/>
              <a:gd name="connsiteX79" fmla="*/ 6327797 w 11393348"/>
              <a:gd name="connsiteY79" fmla="*/ 59498 h 1078080"/>
              <a:gd name="connsiteX80" fmla="*/ 6012238 w 11393348"/>
              <a:gd name="connsiteY80" fmla="*/ 59498 h 1078080"/>
              <a:gd name="connsiteX81" fmla="*/ 5908120 w 11393348"/>
              <a:gd name="connsiteY81" fmla="*/ 163617 h 1078080"/>
              <a:gd name="connsiteX82" fmla="*/ 6012238 w 11393348"/>
              <a:gd name="connsiteY82" fmla="*/ 267735 h 1078080"/>
              <a:gd name="connsiteX83" fmla="*/ 6116356 w 11393348"/>
              <a:gd name="connsiteY83" fmla="*/ 163617 h 1078080"/>
              <a:gd name="connsiteX84" fmla="*/ 6012238 w 11393348"/>
              <a:gd name="connsiteY84" fmla="*/ 59498 h 1078080"/>
              <a:gd name="connsiteX85" fmla="*/ 5696680 w 11393348"/>
              <a:gd name="connsiteY85" fmla="*/ 59498 h 1078080"/>
              <a:gd name="connsiteX86" fmla="*/ 5592561 w 11393348"/>
              <a:gd name="connsiteY86" fmla="*/ 163617 h 1078080"/>
              <a:gd name="connsiteX87" fmla="*/ 5696680 w 11393348"/>
              <a:gd name="connsiteY87" fmla="*/ 267735 h 1078080"/>
              <a:gd name="connsiteX88" fmla="*/ 5800798 w 11393348"/>
              <a:gd name="connsiteY88" fmla="*/ 163617 h 1078080"/>
              <a:gd name="connsiteX89" fmla="*/ 5696680 w 11393348"/>
              <a:gd name="connsiteY89" fmla="*/ 59498 h 1078080"/>
              <a:gd name="connsiteX90" fmla="*/ 5381121 w 11393348"/>
              <a:gd name="connsiteY90" fmla="*/ 59498 h 1078080"/>
              <a:gd name="connsiteX91" fmla="*/ 5277003 w 11393348"/>
              <a:gd name="connsiteY91" fmla="*/ 163617 h 1078080"/>
              <a:gd name="connsiteX92" fmla="*/ 5381121 w 11393348"/>
              <a:gd name="connsiteY92" fmla="*/ 267735 h 1078080"/>
              <a:gd name="connsiteX93" fmla="*/ 5485239 w 11393348"/>
              <a:gd name="connsiteY93" fmla="*/ 163617 h 1078080"/>
              <a:gd name="connsiteX94" fmla="*/ 5381121 w 11393348"/>
              <a:gd name="connsiteY94" fmla="*/ 59498 h 1078080"/>
              <a:gd name="connsiteX95" fmla="*/ 5065562 w 11393348"/>
              <a:gd name="connsiteY95" fmla="*/ 59498 h 1078080"/>
              <a:gd name="connsiteX96" fmla="*/ 4961444 w 11393348"/>
              <a:gd name="connsiteY96" fmla="*/ 163617 h 1078080"/>
              <a:gd name="connsiteX97" fmla="*/ 5065562 w 11393348"/>
              <a:gd name="connsiteY97" fmla="*/ 267735 h 1078080"/>
              <a:gd name="connsiteX98" fmla="*/ 5169680 w 11393348"/>
              <a:gd name="connsiteY98" fmla="*/ 163617 h 1078080"/>
              <a:gd name="connsiteX99" fmla="*/ 5065562 w 11393348"/>
              <a:gd name="connsiteY99" fmla="*/ 59498 h 1078080"/>
              <a:gd name="connsiteX100" fmla="*/ 4750004 w 11393348"/>
              <a:gd name="connsiteY100" fmla="*/ 59498 h 1078080"/>
              <a:gd name="connsiteX101" fmla="*/ 4645885 w 11393348"/>
              <a:gd name="connsiteY101" fmla="*/ 163617 h 1078080"/>
              <a:gd name="connsiteX102" fmla="*/ 4750004 w 11393348"/>
              <a:gd name="connsiteY102" fmla="*/ 267735 h 1078080"/>
              <a:gd name="connsiteX103" fmla="*/ 4854122 w 11393348"/>
              <a:gd name="connsiteY103" fmla="*/ 163617 h 1078080"/>
              <a:gd name="connsiteX104" fmla="*/ 4750004 w 11393348"/>
              <a:gd name="connsiteY104" fmla="*/ 59498 h 1078080"/>
              <a:gd name="connsiteX105" fmla="*/ 4434445 w 11393348"/>
              <a:gd name="connsiteY105" fmla="*/ 59498 h 1078080"/>
              <a:gd name="connsiteX106" fmla="*/ 4330327 w 11393348"/>
              <a:gd name="connsiteY106" fmla="*/ 163617 h 1078080"/>
              <a:gd name="connsiteX107" fmla="*/ 4434445 w 11393348"/>
              <a:gd name="connsiteY107" fmla="*/ 267735 h 1078080"/>
              <a:gd name="connsiteX108" fmla="*/ 4538564 w 11393348"/>
              <a:gd name="connsiteY108" fmla="*/ 163617 h 1078080"/>
              <a:gd name="connsiteX109" fmla="*/ 4434445 w 11393348"/>
              <a:gd name="connsiteY109" fmla="*/ 59498 h 1078080"/>
              <a:gd name="connsiteX110" fmla="*/ 4118886 w 11393348"/>
              <a:gd name="connsiteY110" fmla="*/ 59498 h 1078080"/>
              <a:gd name="connsiteX111" fmla="*/ 4014769 w 11393348"/>
              <a:gd name="connsiteY111" fmla="*/ 163617 h 1078080"/>
              <a:gd name="connsiteX112" fmla="*/ 4118886 w 11393348"/>
              <a:gd name="connsiteY112" fmla="*/ 267735 h 1078080"/>
              <a:gd name="connsiteX113" fmla="*/ 4223004 w 11393348"/>
              <a:gd name="connsiteY113" fmla="*/ 163617 h 1078080"/>
              <a:gd name="connsiteX114" fmla="*/ 4118886 w 11393348"/>
              <a:gd name="connsiteY114" fmla="*/ 59498 h 1078080"/>
              <a:gd name="connsiteX115" fmla="*/ 3803328 w 11393348"/>
              <a:gd name="connsiteY115" fmla="*/ 59498 h 1078080"/>
              <a:gd name="connsiteX116" fmla="*/ 3699210 w 11393348"/>
              <a:gd name="connsiteY116" fmla="*/ 163617 h 1078080"/>
              <a:gd name="connsiteX117" fmla="*/ 3803328 w 11393348"/>
              <a:gd name="connsiteY117" fmla="*/ 267735 h 1078080"/>
              <a:gd name="connsiteX118" fmla="*/ 3907446 w 11393348"/>
              <a:gd name="connsiteY118" fmla="*/ 163617 h 1078080"/>
              <a:gd name="connsiteX119" fmla="*/ 3803328 w 11393348"/>
              <a:gd name="connsiteY119" fmla="*/ 59498 h 1078080"/>
              <a:gd name="connsiteX120" fmla="*/ 3487769 w 11393348"/>
              <a:gd name="connsiteY120" fmla="*/ 59498 h 1078080"/>
              <a:gd name="connsiteX121" fmla="*/ 3383651 w 11393348"/>
              <a:gd name="connsiteY121" fmla="*/ 163617 h 1078080"/>
              <a:gd name="connsiteX122" fmla="*/ 3487769 w 11393348"/>
              <a:gd name="connsiteY122" fmla="*/ 267735 h 1078080"/>
              <a:gd name="connsiteX123" fmla="*/ 3591887 w 11393348"/>
              <a:gd name="connsiteY123" fmla="*/ 163617 h 1078080"/>
              <a:gd name="connsiteX124" fmla="*/ 3487769 w 11393348"/>
              <a:gd name="connsiteY124" fmla="*/ 59498 h 1078080"/>
              <a:gd name="connsiteX125" fmla="*/ 3172211 w 11393348"/>
              <a:gd name="connsiteY125" fmla="*/ 59498 h 1078080"/>
              <a:gd name="connsiteX126" fmla="*/ 3068092 w 11393348"/>
              <a:gd name="connsiteY126" fmla="*/ 163617 h 1078080"/>
              <a:gd name="connsiteX127" fmla="*/ 3172211 w 11393348"/>
              <a:gd name="connsiteY127" fmla="*/ 267735 h 1078080"/>
              <a:gd name="connsiteX128" fmla="*/ 3276329 w 11393348"/>
              <a:gd name="connsiteY128" fmla="*/ 163617 h 1078080"/>
              <a:gd name="connsiteX129" fmla="*/ 3172211 w 11393348"/>
              <a:gd name="connsiteY129" fmla="*/ 59498 h 1078080"/>
              <a:gd name="connsiteX130" fmla="*/ 2856652 w 11393348"/>
              <a:gd name="connsiteY130" fmla="*/ 59498 h 1078080"/>
              <a:gd name="connsiteX131" fmla="*/ 2752534 w 11393348"/>
              <a:gd name="connsiteY131" fmla="*/ 163617 h 1078080"/>
              <a:gd name="connsiteX132" fmla="*/ 2856652 w 11393348"/>
              <a:gd name="connsiteY132" fmla="*/ 267735 h 1078080"/>
              <a:gd name="connsiteX133" fmla="*/ 2960770 w 11393348"/>
              <a:gd name="connsiteY133" fmla="*/ 163617 h 1078080"/>
              <a:gd name="connsiteX134" fmla="*/ 2856652 w 11393348"/>
              <a:gd name="connsiteY134" fmla="*/ 59498 h 1078080"/>
              <a:gd name="connsiteX135" fmla="*/ 2541093 w 11393348"/>
              <a:gd name="connsiteY135" fmla="*/ 59498 h 1078080"/>
              <a:gd name="connsiteX136" fmla="*/ 2436975 w 11393348"/>
              <a:gd name="connsiteY136" fmla="*/ 163617 h 1078080"/>
              <a:gd name="connsiteX137" fmla="*/ 2541093 w 11393348"/>
              <a:gd name="connsiteY137" fmla="*/ 267735 h 1078080"/>
              <a:gd name="connsiteX138" fmla="*/ 2645212 w 11393348"/>
              <a:gd name="connsiteY138" fmla="*/ 163617 h 1078080"/>
              <a:gd name="connsiteX139" fmla="*/ 2541093 w 11393348"/>
              <a:gd name="connsiteY139" fmla="*/ 59498 h 1078080"/>
              <a:gd name="connsiteX140" fmla="*/ 2225535 w 11393348"/>
              <a:gd name="connsiteY140" fmla="*/ 59498 h 1078080"/>
              <a:gd name="connsiteX141" fmla="*/ 2121417 w 11393348"/>
              <a:gd name="connsiteY141" fmla="*/ 163617 h 1078080"/>
              <a:gd name="connsiteX142" fmla="*/ 2225535 w 11393348"/>
              <a:gd name="connsiteY142" fmla="*/ 267735 h 1078080"/>
              <a:gd name="connsiteX143" fmla="*/ 2329653 w 11393348"/>
              <a:gd name="connsiteY143" fmla="*/ 163617 h 1078080"/>
              <a:gd name="connsiteX144" fmla="*/ 2225535 w 11393348"/>
              <a:gd name="connsiteY144" fmla="*/ 59498 h 1078080"/>
              <a:gd name="connsiteX145" fmla="*/ 1909976 w 11393348"/>
              <a:gd name="connsiteY145" fmla="*/ 59498 h 1078080"/>
              <a:gd name="connsiteX146" fmla="*/ 1805858 w 11393348"/>
              <a:gd name="connsiteY146" fmla="*/ 163617 h 1078080"/>
              <a:gd name="connsiteX147" fmla="*/ 1909976 w 11393348"/>
              <a:gd name="connsiteY147" fmla="*/ 267735 h 1078080"/>
              <a:gd name="connsiteX148" fmla="*/ 2014094 w 11393348"/>
              <a:gd name="connsiteY148" fmla="*/ 163617 h 1078080"/>
              <a:gd name="connsiteX149" fmla="*/ 1909976 w 11393348"/>
              <a:gd name="connsiteY149" fmla="*/ 59498 h 1078080"/>
              <a:gd name="connsiteX150" fmla="*/ 1594417 w 11393348"/>
              <a:gd name="connsiteY150" fmla="*/ 59498 h 1078080"/>
              <a:gd name="connsiteX151" fmla="*/ 1490299 w 11393348"/>
              <a:gd name="connsiteY151" fmla="*/ 163617 h 1078080"/>
              <a:gd name="connsiteX152" fmla="*/ 1594417 w 11393348"/>
              <a:gd name="connsiteY152" fmla="*/ 267735 h 1078080"/>
              <a:gd name="connsiteX153" fmla="*/ 1698536 w 11393348"/>
              <a:gd name="connsiteY153" fmla="*/ 163617 h 1078080"/>
              <a:gd name="connsiteX154" fmla="*/ 1594417 w 11393348"/>
              <a:gd name="connsiteY154" fmla="*/ 59498 h 1078080"/>
              <a:gd name="connsiteX155" fmla="*/ 1278859 w 11393348"/>
              <a:gd name="connsiteY155" fmla="*/ 59498 h 1078080"/>
              <a:gd name="connsiteX156" fmla="*/ 1174741 w 11393348"/>
              <a:gd name="connsiteY156" fmla="*/ 163617 h 1078080"/>
              <a:gd name="connsiteX157" fmla="*/ 1278859 w 11393348"/>
              <a:gd name="connsiteY157" fmla="*/ 267735 h 1078080"/>
              <a:gd name="connsiteX158" fmla="*/ 1382977 w 11393348"/>
              <a:gd name="connsiteY158" fmla="*/ 163617 h 1078080"/>
              <a:gd name="connsiteX159" fmla="*/ 1278859 w 11393348"/>
              <a:gd name="connsiteY159" fmla="*/ 59498 h 1078080"/>
              <a:gd name="connsiteX160" fmla="*/ 963300 w 11393348"/>
              <a:gd name="connsiteY160" fmla="*/ 59498 h 1078080"/>
              <a:gd name="connsiteX161" fmla="*/ 859182 w 11393348"/>
              <a:gd name="connsiteY161" fmla="*/ 163617 h 1078080"/>
              <a:gd name="connsiteX162" fmla="*/ 963300 w 11393348"/>
              <a:gd name="connsiteY162" fmla="*/ 267735 h 1078080"/>
              <a:gd name="connsiteX163" fmla="*/ 1067418 w 11393348"/>
              <a:gd name="connsiteY163" fmla="*/ 163617 h 1078080"/>
              <a:gd name="connsiteX164" fmla="*/ 963300 w 11393348"/>
              <a:gd name="connsiteY164" fmla="*/ 59498 h 1078080"/>
              <a:gd name="connsiteX165" fmla="*/ 647742 w 11393348"/>
              <a:gd name="connsiteY165" fmla="*/ 59498 h 1078080"/>
              <a:gd name="connsiteX166" fmla="*/ 543623 w 11393348"/>
              <a:gd name="connsiteY166" fmla="*/ 163617 h 1078080"/>
              <a:gd name="connsiteX167" fmla="*/ 647742 w 11393348"/>
              <a:gd name="connsiteY167" fmla="*/ 267735 h 1078080"/>
              <a:gd name="connsiteX168" fmla="*/ 751860 w 11393348"/>
              <a:gd name="connsiteY168" fmla="*/ 163617 h 1078080"/>
              <a:gd name="connsiteX169" fmla="*/ 647742 w 11393348"/>
              <a:gd name="connsiteY169" fmla="*/ 59498 h 1078080"/>
              <a:gd name="connsiteX170" fmla="*/ 332183 w 11393348"/>
              <a:gd name="connsiteY170" fmla="*/ 59498 h 1078080"/>
              <a:gd name="connsiteX171" fmla="*/ 228065 w 11393348"/>
              <a:gd name="connsiteY171" fmla="*/ 163617 h 1078080"/>
              <a:gd name="connsiteX172" fmla="*/ 332183 w 11393348"/>
              <a:gd name="connsiteY172" fmla="*/ 267735 h 1078080"/>
              <a:gd name="connsiteX173" fmla="*/ 436301 w 11393348"/>
              <a:gd name="connsiteY173" fmla="*/ 163617 h 1078080"/>
              <a:gd name="connsiteX174" fmla="*/ 332183 w 11393348"/>
              <a:gd name="connsiteY174" fmla="*/ 59498 h 1078080"/>
              <a:gd name="connsiteX175" fmla="*/ 178490 w 11393348"/>
              <a:gd name="connsiteY175" fmla="*/ 0 h 1078080"/>
              <a:gd name="connsiteX176" fmla="*/ 11214858 w 11393348"/>
              <a:gd name="connsiteY176" fmla="*/ 0 h 1078080"/>
              <a:gd name="connsiteX177" fmla="*/ 11393348 w 11393348"/>
              <a:gd name="connsiteY177" fmla="*/ 178490 h 1078080"/>
              <a:gd name="connsiteX178" fmla="*/ 11393348 w 11393348"/>
              <a:gd name="connsiteY178" fmla="*/ 711784 h 1078080"/>
              <a:gd name="connsiteX179" fmla="*/ 11393348 w 11393348"/>
              <a:gd name="connsiteY179" fmla="*/ 1070917 h 1078080"/>
              <a:gd name="connsiteX180" fmla="*/ 11393348 w 11393348"/>
              <a:gd name="connsiteY180" fmla="*/ 1078080 h 1078080"/>
              <a:gd name="connsiteX181" fmla="*/ 0 w 11393348"/>
              <a:gd name="connsiteY181" fmla="*/ 1078080 h 1078080"/>
              <a:gd name="connsiteX182" fmla="*/ 0 w 11393348"/>
              <a:gd name="connsiteY182" fmla="*/ 1070917 h 1078080"/>
              <a:gd name="connsiteX183" fmla="*/ 0 w 11393348"/>
              <a:gd name="connsiteY183" fmla="*/ 711784 h 1078080"/>
              <a:gd name="connsiteX184" fmla="*/ 0 w 11393348"/>
              <a:gd name="connsiteY184" fmla="*/ 178490 h 1078080"/>
              <a:gd name="connsiteX185" fmla="*/ 178490 w 11393348"/>
              <a:gd name="connsiteY185" fmla="*/ 0 h 107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1393348" h="1078080">
                <a:moveTo>
                  <a:pt x="11061165" y="59498"/>
                </a:moveTo>
                <a:cubicBezTo>
                  <a:pt x="11003663" y="59498"/>
                  <a:pt x="10957047" y="106114"/>
                  <a:pt x="10957047" y="163617"/>
                </a:cubicBezTo>
                <a:cubicBezTo>
                  <a:pt x="10957047" y="221119"/>
                  <a:pt x="11003663" y="267735"/>
                  <a:pt x="11061165" y="267735"/>
                </a:cubicBezTo>
                <a:cubicBezTo>
                  <a:pt x="11118667" y="267735"/>
                  <a:pt x="11165283" y="221119"/>
                  <a:pt x="11165283" y="163617"/>
                </a:cubicBezTo>
                <a:cubicBezTo>
                  <a:pt x="11165283" y="106114"/>
                  <a:pt x="11118667" y="59498"/>
                  <a:pt x="11061165" y="59498"/>
                </a:cubicBezTo>
                <a:close/>
                <a:moveTo>
                  <a:pt x="10745617" y="59498"/>
                </a:moveTo>
                <a:cubicBezTo>
                  <a:pt x="10688115" y="59498"/>
                  <a:pt x="10641499" y="106114"/>
                  <a:pt x="10641499" y="163617"/>
                </a:cubicBezTo>
                <a:cubicBezTo>
                  <a:pt x="10641499" y="221119"/>
                  <a:pt x="10688115" y="267735"/>
                  <a:pt x="10745617" y="267735"/>
                </a:cubicBezTo>
                <a:cubicBezTo>
                  <a:pt x="10803119" y="267735"/>
                  <a:pt x="10849735" y="221119"/>
                  <a:pt x="10849735" y="163617"/>
                </a:cubicBezTo>
                <a:cubicBezTo>
                  <a:pt x="10849735" y="106114"/>
                  <a:pt x="10803119" y="59498"/>
                  <a:pt x="10745617" y="59498"/>
                </a:cubicBezTo>
                <a:close/>
                <a:moveTo>
                  <a:pt x="10430058" y="59498"/>
                </a:moveTo>
                <a:cubicBezTo>
                  <a:pt x="10372556" y="59498"/>
                  <a:pt x="10325940" y="106114"/>
                  <a:pt x="10325940" y="163617"/>
                </a:cubicBezTo>
                <a:cubicBezTo>
                  <a:pt x="10325940" y="221119"/>
                  <a:pt x="10372556" y="267735"/>
                  <a:pt x="10430058" y="267735"/>
                </a:cubicBezTo>
                <a:cubicBezTo>
                  <a:pt x="10487560" y="267735"/>
                  <a:pt x="10534176" y="221119"/>
                  <a:pt x="10534176" y="163617"/>
                </a:cubicBezTo>
                <a:cubicBezTo>
                  <a:pt x="10534176" y="106114"/>
                  <a:pt x="10487560" y="59498"/>
                  <a:pt x="10430058" y="59498"/>
                </a:cubicBezTo>
                <a:close/>
                <a:moveTo>
                  <a:pt x="10114500" y="59498"/>
                </a:moveTo>
                <a:cubicBezTo>
                  <a:pt x="10056997" y="59498"/>
                  <a:pt x="10010381" y="106114"/>
                  <a:pt x="10010381" y="163617"/>
                </a:cubicBezTo>
                <a:cubicBezTo>
                  <a:pt x="10010381" y="221119"/>
                  <a:pt x="10056997" y="267735"/>
                  <a:pt x="10114500" y="267735"/>
                </a:cubicBezTo>
                <a:cubicBezTo>
                  <a:pt x="10172002" y="267735"/>
                  <a:pt x="10218618" y="221119"/>
                  <a:pt x="10218618" y="163617"/>
                </a:cubicBezTo>
                <a:cubicBezTo>
                  <a:pt x="10218618" y="106114"/>
                  <a:pt x="10172002" y="59498"/>
                  <a:pt x="10114500" y="59498"/>
                </a:cubicBezTo>
                <a:close/>
                <a:moveTo>
                  <a:pt x="9798941" y="59498"/>
                </a:moveTo>
                <a:cubicBezTo>
                  <a:pt x="9741439" y="59498"/>
                  <a:pt x="9694823" y="106114"/>
                  <a:pt x="9694823" y="163617"/>
                </a:cubicBezTo>
                <a:cubicBezTo>
                  <a:pt x="9694823" y="221119"/>
                  <a:pt x="9741439" y="267735"/>
                  <a:pt x="9798941" y="267735"/>
                </a:cubicBezTo>
                <a:cubicBezTo>
                  <a:pt x="9856443" y="267735"/>
                  <a:pt x="9903059" y="221119"/>
                  <a:pt x="9903059" y="163617"/>
                </a:cubicBezTo>
                <a:cubicBezTo>
                  <a:pt x="9903059" y="106114"/>
                  <a:pt x="9856443" y="59498"/>
                  <a:pt x="9798941" y="59498"/>
                </a:cubicBezTo>
                <a:close/>
                <a:moveTo>
                  <a:pt x="9483382" y="59498"/>
                </a:moveTo>
                <a:cubicBezTo>
                  <a:pt x="9425880" y="59498"/>
                  <a:pt x="9379264" y="106114"/>
                  <a:pt x="9379264" y="163617"/>
                </a:cubicBezTo>
                <a:cubicBezTo>
                  <a:pt x="9379264" y="221119"/>
                  <a:pt x="9425880" y="267735"/>
                  <a:pt x="9483382" y="267735"/>
                </a:cubicBezTo>
                <a:cubicBezTo>
                  <a:pt x="9540884" y="267735"/>
                  <a:pt x="9587501" y="221119"/>
                  <a:pt x="9587501" y="163617"/>
                </a:cubicBezTo>
                <a:cubicBezTo>
                  <a:pt x="9587501" y="106114"/>
                  <a:pt x="9540884" y="59498"/>
                  <a:pt x="9483382" y="59498"/>
                </a:cubicBezTo>
                <a:close/>
                <a:moveTo>
                  <a:pt x="9167824" y="59498"/>
                </a:moveTo>
                <a:cubicBezTo>
                  <a:pt x="9110322" y="59498"/>
                  <a:pt x="9063706" y="106114"/>
                  <a:pt x="9063706" y="163617"/>
                </a:cubicBezTo>
                <a:cubicBezTo>
                  <a:pt x="9063706" y="221119"/>
                  <a:pt x="9110322" y="267735"/>
                  <a:pt x="9167824" y="267735"/>
                </a:cubicBezTo>
                <a:cubicBezTo>
                  <a:pt x="9225326" y="267735"/>
                  <a:pt x="9271942" y="221119"/>
                  <a:pt x="9271942" y="163617"/>
                </a:cubicBezTo>
                <a:cubicBezTo>
                  <a:pt x="9271942" y="106114"/>
                  <a:pt x="9225326" y="59498"/>
                  <a:pt x="9167824" y="59498"/>
                </a:cubicBezTo>
                <a:close/>
                <a:moveTo>
                  <a:pt x="8852265" y="59498"/>
                </a:moveTo>
                <a:cubicBezTo>
                  <a:pt x="8794763" y="59498"/>
                  <a:pt x="8748147" y="106114"/>
                  <a:pt x="8748147" y="163617"/>
                </a:cubicBezTo>
                <a:cubicBezTo>
                  <a:pt x="8748147" y="221119"/>
                  <a:pt x="8794763" y="267735"/>
                  <a:pt x="8852265" y="267735"/>
                </a:cubicBezTo>
                <a:cubicBezTo>
                  <a:pt x="8909767" y="267735"/>
                  <a:pt x="8956383" y="221119"/>
                  <a:pt x="8956383" y="163617"/>
                </a:cubicBezTo>
                <a:cubicBezTo>
                  <a:pt x="8956383" y="106114"/>
                  <a:pt x="8909767" y="59498"/>
                  <a:pt x="8852265" y="59498"/>
                </a:cubicBezTo>
                <a:close/>
                <a:moveTo>
                  <a:pt x="8536707" y="59498"/>
                </a:moveTo>
                <a:cubicBezTo>
                  <a:pt x="8479204" y="59498"/>
                  <a:pt x="8432588" y="106114"/>
                  <a:pt x="8432588" y="163617"/>
                </a:cubicBezTo>
                <a:cubicBezTo>
                  <a:pt x="8432588" y="221119"/>
                  <a:pt x="8479204" y="267735"/>
                  <a:pt x="8536707" y="267735"/>
                </a:cubicBezTo>
                <a:cubicBezTo>
                  <a:pt x="8594209" y="267735"/>
                  <a:pt x="8640825" y="221119"/>
                  <a:pt x="8640825" y="163617"/>
                </a:cubicBezTo>
                <a:cubicBezTo>
                  <a:pt x="8640825" y="106114"/>
                  <a:pt x="8594209" y="59498"/>
                  <a:pt x="8536707" y="59498"/>
                </a:cubicBezTo>
                <a:close/>
                <a:moveTo>
                  <a:pt x="8221148" y="59498"/>
                </a:moveTo>
                <a:cubicBezTo>
                  <a:pt x="8163646" y="59498"/>
                  <a:pt x="8117029" y="106114"/>
                  <a:pt x="8117029" y="163617"/>
                </a:cubicBezTo>
                <a:cubicBezTo>
                  <a:pt x="8117029" y="221119"/>
                  <a:pt x="8163646" y="267735"/>
                  <a:pt x="8221148" y="267735"/>
                </a:cubicBezTo>
                <a:cubicBezTo>
                  <a:pt x="8278650" y="267735"/>
                  <a:pt x="8325266" y="221119"/>
                  <a:pt x="8325266" y="163617"/>
                </a:cubicBezTo>
                <a:cubicBezTo>
                  <a:pt x="8325266" y="106114"/>
                  <a:pt x="8278650" y="59498"/>
                  <a:pt x="8221148" y="59498"/>
                </a:cubicBezTo>
                <a:close/>
                <a:moveTo>
                  <a:pt x="7905590" y="59498"/>
                </a:moveTo>
                <a:cubicBezTo>
                  <a:pt x="7848087" y="59498"/>
                  <a:pt x="7801471" y="106114"/>
                  <a:pt x="7801471" y="163617"/>
                </a:cubicBezTo>
                <a:cubicBezTo>
                  <a:pt x="7801471" y="221119"/>
                  <a:pt x="7848087" y="267735"/>
                  <a:pt x="7905590" y="267735"/>
                </a:cubicBezTo>
                <a:cubicBezTo>
                  <a:pt x="7963092" y="267735"/>
                  <a:pt x="8009707" y="221119"/>
                  <a:pt x="8009707" y="163617"/>
                </a:cubicBezTo>
                <a:cubicBezTo>
                  <a:pt x="8009707" y="106114"/>
                  <a:pt x="7963092" y="59498"/>
                  <a:pt x="7905590" y="59498"/>
                </a:cubicBezTo>
                <a:close/>
                <a:moveTo>
                  <a:pt x="7590031" y="59498"/>
                </a:moveTo>
                <a:cubicBezTo>
                  <a:pt x="7532529" y="59498"/>
                  <a:pt x="7485913" y="106114"/>
                  <a:pt x="7485913" y="163617"/>
                </a:cubicBezTo>
                <a:cubicBezTo>
                  <a:pt x="7485913" y="221119"/>
                  <a:pt x="7532529" y="267735"/>
                  <a:pt x="7590031" y="267735"/>
                </a:cubicBezTo>
                <a:cubicBezTo>
                  <a:pt x="7647533" y="267735"/>
                  <a:pt x="7694149" y="221119"/>
                  <a:pt x="7694149" y="163617"/>
                </a:cubicBezTo>
                <a:cubicBezTo>
                  <a:pt x="7694149" y="106114"/>
                  <a:pt x="7647533" y="59498"/>
                  <a:pt x="7590031" y="59498"/>
                </a:cubicBezTo>
                <a:close/>
                <a:moveTo>
                  <a:pt x="7274472" y="59498"/>
                </a:moveTo>
                <a:cubicBezTo>
                  <a:pt x="7216970" y="59498"/>
                  <a:pt x="7170354" y="106114"/>
                  <a:pt x="7170354" y="163617"/>
                </a:cubicBezTo>
                <a:cubicBezTo>
                  <a:pt x="7170354" y="221119"/>
                  <a:pt x="7216970" y="267735"/>
                  <a:pt x="7274472" y="267735"/>
                </a:cubicBezTo>
                <a:cubicBezTo>
                  <a:pt x="7331974" y="267735"/>
                  <a:pt x="7378591" y="221119"/>
                  <a:pt x="7378591" y="163617"/>
                </a:cubicBezTo>
                <a:cubicBezTo>
                  <a:pt x="7378591" y="106114"/>
                  <a:pt x="7331974" y="59498"/>
                  <a:pt x="7274472" y="59498"/>
                </a:cubicBezTo>
                <a:close/>
                <a:moveTo>
                  <a:pt x="6958914" y="59498"/>
                </a:moveTo>
                <a:cubicBezTo>
                  <a:pt x="6901412" y="59498"/>
                  <a:pt x="6854796" y="106114"/>
                  <a:pt x="6854796" y="163617"/>
                </a:cubicBezTo>
                <a:cubicBezTo>
                  <a:pt x="6854796" y="221119"/>
                  <a:pt x="6901412" y="267735"/>
                  <a:pt x="6958914" y="267735"/>
                </a:cubicBezTo>
                <a:cubicBezTo>
                  <a:pt x="7016416" y="267735"/>
                  <a:pt x="7063032" y="221119"/>
                  <a:pt x="7063032" y="163617"/>
                </a:cubicBezTo>
                <a:cubicBezTo>
                  <a:pt x="7063032" y="106114"/>
                  <a:pt x="7016416" y="59498"/>
                  <a:pt x="6958914" y="59498"/>
                </a:cubicBezTo>
                <a:close/>
                <a:moveTo>
                  <a:pt x="6643355" y="59498"/>
                </a:moveTo>
                <a:cubicBezTo>
                  <a:pt x="6585853" y="59498"/>
                  <a:pt x="6539237" y="106114"/>
                  <a:pt x="6539237" y="163617"/>
                </a:cubicBezTo>
                <a:cubicBezTo>
                  <a:pt x="6539237" y="221119"/>
                  <a:pt x="6585853" y="267735"/>
                  <a:pt x="6643355" y="267735"/>
                </a:cubicBezTo>
                <a:cubicBezTo>
                  <a:pt x="6700857" y="267735"/>
                  <a:pt x="6747473" y="221119"/>
                  <a:pt x="6747473" y="163617"/>
                </a:cubicBezTo>
                <a:cubicBezTo>
                  <a:pt x="6747473" y="106114"/>
                  <a:pt x="6700857" y="59498"/>
                  <a:pt x="6643355" y="59498"/>
                </a:cubicBezTo>
                <a:close/>
                <a:moveTo>
                  <a:pt x="6327797" y="59498"/>
                </a:moveTo>
                <a:cubicBezTo>
                  <a:pt x="6270294" y="59498"/>
                  <a:pt x="6223678" y="106114"/>
                  <a:pt x="6223678" y="163617"/>
                </a:cubicBezTo>
                <a:cubicBezTo>
                  <a:pt x="6223678" y="221119"/>
                  <a:pt x="6270294" y="267735"/>
                  <a:pt x="6327797" y="267735"/>
                </a:cubicBezTo>
                <a:cubicBezTo>
                  <a:pt x="6385299" y="267735"/>
                  <a:pt x="6431915" y="221119"/>
                  <a:pt x="6431915" y="163617"/>
                </a:cubicBezTo>
                <a:cubicBezTo>
                  <a:pt x="6431915" y="106114"/>
                  <a:pt x="6385299" y="59498"/>
                  <a:pt x="6327797" y="59498"/>
                </a:cubicBezTo>
                <a:close/>
                <a:moveTo>
                  <a:pt x="6012238" y="59498"/>
                </a:moveTo>
                <a:cubicBezTo>
                  <a:pt x="5954736" y="59498"/>
                  <a:pt x="5908120" y="106114"/>
                  <a:pt x="5908120" y="163617"/>
                </a:cubicBezTo>
                <a:cubicBezTo>
                  <a:pt x="5908120" y="221119"/>
                  <a:pt x="5954736" y="267735"/>
                  <a:pt x="6012238" y="267735"/>
                </a:cubicBezTo>
                <a:cubicBezTo>
                  <a:pt x="6069740" y="267735"/>
                  <a:pt x="6116356" y="221119"/>
                  <a:pt x="6116356" y="163617"/>
                </a:cubicBezTo>
                <a:cubicBezTo>
                  <a:pt x="6116356" y="106114"/>
                  <a:pt x="6069740" y="59498"/>
                  <a:pt x="6012238" y="59498"/>
                </a:cubicBezTo>
                <a:close/>
                <a:moveTo>
                  <a:pt x="5696680" y="59498"/>
                </a:moveTo>
                <a:cubicBezTo>
                  <a:pt x="5639178" y="59498"/>
                  <a:pt x="5592561" y="106114"/>
                  <a:pt x="5592561" y="163617"/>
                </a:cubicBezTo>
                <a:cubicBezTo>
                  <a:pt x="5592561" y="221119"/>
                  <a:pt x="5639178" y="267735"/>
                  <a:pt x="5696680" y="267735"/>
                </a:cubicBezTo>
                <a:cubicBezTo>
                  <a:pt x="5754182" y="267735"/>
                  <a:pt x="5800798" y="221119"/>
                  <a:pt x="5800798" y="163617"/>
                </a:cubicBezTo>
                <a:cubicBezTo>
                  <a:pt x="5800798" y="106114"/>
                  <a:pt x="5754182" y="59498"/>
                  <a:pt x="5696680" y="59498"/>
                </a:cubicBezTo>
                <a:close/>
                <a:moveTo>
                  <a:pt x="5381121" y="59498"/>
                </a:moveTo>
                <a:cubicBezTo>
                  <a:pt x="5323619" y="59498"/>
                  <a:pt x="5277003" y="106114"/>
                  <a:pt x="5277003" y="163617"/>
                </a:cubicBezTo>
                <a:cubicBezTo>
                  <a:pt x="5277003" y="221119"/>
                  <a:pt x="5323619" y="267735"/>
                  <a:pt x="5381121" y="267735"/>
                </a:cubicBezTo>
                <a:cubicBezTo>
                  <a:pt x="5438623" y="267735"/>
                  <a:pt x="5485239" y="221119"/>
                  <a:pt x="5485239" y="163617"/>
                </a:cubicBezTo>
                <a:cubicBezTo>
                  <a:pt x="5485239" y="106114"/>
                  <a:pt x="5438623" y="59498"/>
                  <a:pt x="5381121" y="59498"/>
                </a:cubicBezTo>
                <a:close/>
                <a:moveTo>
                  <a:pt x="5065562" y="59498"/>
                </a:moveTo>
                <a:cubicBezTo>
                  <a:pt x="5008060" y="59498"/>
                  <a:pt x="4961444" y="106114"/>
                  <a:pt x="4961444" y="163617"/>
                </a:cubicBezTo>
                <a:cubicBezTo>
                  <a:pt x="4961444" y="221119"/>
                  <a:pt x="5008060" y="267735"/>
                  <a:pt x="5065562" y="267735"/>
                </a:cubicBezTo>
                <a:cubicBezTo>
                  <a:pt x="5123064" y="267735"/>
                  <a:pt x="5169680" y="221119"/>
                  <a:pt x="5169680" y="163617"/>
                </a:cubicBezTo>
                <a:cubicBezTo>
                  <a:pt x="5169680" y="106114"/>
                  <a:pt x="5123064" y="59498"/>
                  <a:pt x="5065562" y="59498"/>
                </a:cubicBezTo>
                <a:close/>
                <a:moveTo>
                  <a:pt x="4750004" y="59498"/>
                </a:moveTo>
                <a:cubicBezTo>
                  <a:pt x="4692501" y="59498"/>
                  <a:pt x="4645885" y="106114"/>
                  <a:pt x="4645885" y="163617"/>
                </a:cubicBezTo>
                <a:cubicBezTo>
                  <a:pt x="4645885" y="221119"/>
                  <a:pt x="4692501" y="267735"/>
                  <a:pt x="4750004" y="267735"/>
                </a:cubicBezTo>
                <a:cubicBezTo>
                  <a:pt x="4807506" y="267735"/>
                  <a:pt x="4854122" y="221119"/>
                  <a:pt x="4854122" y="163617"/>
                </a:cubicBezTo>
                <a:cubicBezTo>
                  <a:pt x="4854122" y="106114"/>
                  <a:pt x="4807506" y="59498"/>
                  <a:pt x="4750004" y="59498"/>
                </a:cubicBezTo>
                <a:close/>
                <a:moveTo>
                  <a:pt x="4434445" y="59498"/>
                </a:moveTo>
                <a:cubicBezTo>
                  <a:pt x="4376943" y="59498"/>
                  <a:pt x="4330327" y="106114"/>
                  <a:pt x="4330327" y="163617"/>
                </a:cubicBezTo>
                <a:cubicBezTo>
                  <a:pt x="4330327" y="221119"/>
                  <a:pt x="4376943" y="267735"/>
                  <a:pt x="4434445" y="267735"/>
                </a:cubicBezTo>
                <a:cubicBezTo>
                  <a:pt x="4491947" y="267735"/>
                  <a:pt x="4538564" y="221119"/>
                  <a:pt x="4538564" y="163617"/>
                </a:cubicBezTo>
                <a:cubicBezTo>
                  <a:pt x="4538564" y="106114"/>
                  <a:pt x="4491947" y="59498"/>
                  <a:pt x="4434445" y="59498"/>
                </a:cubicBezTo>
                <a:close/>
                <a:moveTo>
                  <a:pt x="4118886" y="59498"/>
                </a:moveTo>
                <a:cubicBezTo>
                  <a:pt x="4061384" y="59498"/>
                  <a:pt x="4014769" y="106114"/>
                  <a:pt x="4014769" y="163617"/>
                </a:cubicBezTo>
                <a:cubicBezTo>
                  <a:pt x="4014769" y="221119"/>
                  <a:pt x="4061384" y="267735"/>
                  <a:pt x="4118886" y="267735"/>
                </a:cubicBezTo>
                <a:cubicBezTo>
                  <a:pt x="4176388" y="267735"/>
                  <a:pt x="4223004" y="221119"/>
                  <a:pt x="4223004" y="163617"/>
                </a:cubicBezTo>
                <a:cubicBezTo>
                  <a:pt x="4223004" y="106114"/>
                  <a:pt x="4176388" y="59498"/>
                  <a:pt x="4118886" y="59498"/>
                </a:cubicBezTo>
                <a:close/>
                <a:moveTo>
                  <a:pt x="3803328" y="59498"/>
                </a:moveTo>
                <a:cubicBezTo>
                  <a:pt x="3745826" y="59498"/>
                  <a:pt x="3699210" y="106114"/>
                  <a:pt x="3699210" y="163617"/>
                </a:cubicBezTo>
                <a:cubicBezTo>
                  <a:pt x="3699210" y="221119"/>
                  <a:pt x="3745826" y="267735"/>
                  <a:pt x="3803328" y="267735"/>
                </a:cubicBezTo>
                <a:cubicBezTo>
                  <a:pt x="3860830" y="267735"/>
                  <a:pt x="3907446" y="221119"/>
                  <a:pt x="3907446" y="163617"/>
                </a:cubicBezTo>
                <a:cubicBezTo>
                  <a:pt x="3907446" y="106114"/>
                  <a:pt x="3860830" y="59498"/>
                  <a:pt x="3803328" y="59498"/>
                </a:cubicBezTo>
                <a:close/>
                <a:moveTo>
                  <a:pt x="3487769" y="59498"/>
                </a:moveTo>
                <a:cubicBezTo>
                  <a:pt x="3430267" y="59498"/>
                  <a:pt x="3383651" y="106114"/>
                  <a:pt x="3383651" y="163617"/>
                </a:cubicBezTo>
                <a:cubicBezTo>
                  <a:pt x="3383651" y="221119"/>
                  <a:pt x="3430267" y="267735"/>
                  <a:pt x="3487769" y="267735"/>
                </a:cubicBezTo>
                <a:cubicBezTo>
                  <a:pt x="3545271" y="267735"/>
                  <a:pt x="3591887" y="221119"/>
                  <a:pt x="3591887" y="163617"/>
                </a:cubicBezTo>
                <a:cubicBezTo>
                  <a:pt x="3591887" y="106114"/>
                  <a:pt x="3545271" y="59498"/>
                  <a:pt x="3487769" y="59498"/>
                </a:cubicBezTo>
                <a:close/>
                <a:moveTo>
                  <a:pt x="3172211" y="59498"/>
                </a:moveTo>
                <a:cubicBezTo>
                  <a:pt x="3114709" y="59498"/>
                  <a:pt x="3068092" y="106114"/>
                  <a:pt x="3068092" y="163617"/>
                </a:cubicBezTo>
                <a:cubicBezTo>
                  <a:pt x="3068092" y="221119"/>
                  <a:pt x="3114709" y="267735"/>
                  <a:pt x="3172211" y="267735"/>
                </a:cubicBezTo>
                <a:cubicBezTo>
                  <a:pt x="3229713" y="267735"/>
                  <a:pt x="3276329" y="221119"/>
                  <a:pt x="3276329" y="163617"/>
                </a:cubicBezTo>
                <a:cubicBezTo>
                  <a:pt x="3276329" y="106114"/>
                  <a:pt x="3229713" y="59498"/>
                  <a:pt x="3172211" y="59498"/>
                </a:cubicBezTo>
                <a:close/>
                <a:moveTo>
                  <a:pt x="2856652" y="59498"/>
                </a:moveTo>
                <a:cubicBezTo>
                  <a:pt x="2799150" y="59498"/>
                  <a:pt x="2752534" y="106114"/>
                  <a:pt x="2752534" y="163617"/>
                </a:cubicBezTo>
                <a:cubicBezTo>
                  <a:pt x="2752534" y="221119"/>
                  <a:pt x="2799150" y="267735"/>
                  <a:pt x="2856652" y="267735"/>
                </a:cubicBezTo>
                <a:cubicBezTo>
                  <a:pt x="2914154" y="267735"/>
                  <a:pt x="2960770" y="221119"/>
                  <a:pt x="2960770" y="163617"/>
                </a:cubicBezTo>
                <a:cubicBezTo>
                  <a:pt x="2960770" y="106114"/>
                  <a:pt x="2914154" y="59498"/>
                  <a:pt x="2856652" y="59498"/>
                </a:cubicBezTo>
                <a:close/>
                <a:moveTo>
                  <a:pt x="2541093" y="59498"/>
                </a:moveTo>
                <a:cubicBezTo>
                  <a:pt x="2483591" y="59498"/>
                  <a:pt x="2436975" y="106114"/>
                  <a:pt x="2436975" y="163617"/>
                </a:cubicBezTo>
                <a:cubicBezTo>
                  <a:pt x="2436975" y="221119"/>
                  <a:pt x="2483591" y="267735"/>
                  <a:pt x="2541093" y="267735"/>
                </a:cubicBezTo>
                <a:cubicBezTo>
                  <a:pt x="2598595" y="267735"/>
                  <a:pt x="2645212" y="221119"/>
                  <a:pt x="2645212" y="163617"/>
                </a:cubicBezTo>
                <a:cubicBezTo>
                  <a:pt x="2645212" y="106114"/>
                  <a:pt x="2598595" y="59498"/>
                  <a:pt x="2541093" y="59498"/>
                </a:cubicBezTo>
                <a:close/>
                <a:moveTo>
                  <a:pt x="2225535" y="59498"/>
                </a:moveTo>
                <a:cubicBezTo>
                  <a:pt x="2168033" y="59498"/>
                  <a:pt x="2121417" y="106114"/>
                  <a:pt x="2121417" y="163617"/>
                </a:cubicBezTo>
                <a:cubicBezTo>
                  <a:pt x="2121417" y="221119"/>
                  <a:pt x="2168033" y="267735"/>
                  <a:pt x="2225535" y="267735"/>
                </a:cubicBezTo>
                <a:cubicBezTo>
                  <a:pt x="2283037" y="267735"/>
                  <a:pt x="2329653" y="221119"/>
                  <a:pt x="2329653" y="163617"/>
                </a:cubicBezTo>
                <a:cubicBezTo>
                  <a:pt x="2329653" y="106114"/>
                  <a:pt x="2283037" y="59498"/>
                  <a:pt x="2225535" y="59498"/>
                </a:cubicBezTo>
                <a:close/>
                <a:moveTo>
                  <a:pt x="1909976" y="59498"/>
                </a:moveTo>
                <a:cubicBezTo>
                  <a:pt x="1852474" y="59498"/>
                  <a:pt x="1805858" y="106114"/>
                  <a:pt x="1805858" y="163617"/>
                </a:cubicBezTo>
                <a:cubicBezTo>
                  <a:pt x="1805858" y="221119"/>
                  <a:pt x="1852474" y="267735"/>
                  <a:pt x="1909976" y="267735"/>
                </a:cubicBezTo>
                <a:cubicBezTo>
                  <a:pt x="1967478" y="267735"/>
                  <a:pt x="2014094" y="221119"/>
                  <a:pt x="2014094" y="163617"/>
                </a:cubicBezTo>
                <a:cubicBezTo>
                  <a:pt x="2014094" y="106114"/>
                  <a:pt x="1967478" y="59498"/>
                  <a:pt x="1909976" y="59498"/>
                </a:cubicBezTo>
                <a:close/>
                <a:moveTo>
                  <a:pt x="1594417" y="59498"/>
                </a:moveTo>
                <a:cubicBezTo>
                  <a:pt x="1536915" y="59498"/>
                  <a:pt x="1490299" y="106114"/>
                  <a:pt x="1490299" y="163617"/>
                </a:cubicBezTo>
                <a:cubicBezTo>
                  <a:pt x="1490299" y="221119"/>
                  <a:pt x="1536915" y="267735"/>
                  <a:pt x="1594417" y="267735"/>
                </a:cubicBezTo>
                <a:cubicBezTo>
                  <a:pt x="1651919" y="267735"/>
                  <a:pt x="1698536" y="221119"/>
                  <a:pt x="1698536" y="163617"/>
                </a:cubicBezTo>
                <a:cubicBezTo>
                  <a:pt x="1698536" y="106114"/>
                  <a:pt x="1651919" y="59498"/>
                  <a:pt x="1594417" y="59498"/>
                </a:cubicBezTo>
                <a:close/>
                <a:moveTo>
                  <a:pt x="1278859" y="59498"/>
                </a:moveTo>
                <a:cubicBezTo>
                  <a:pt x="1221357" y="59498"/>
                  <a:pt x="1174741" y="106114"/>
                  <a:pt x="1174741" y="163617"/>
                </a:cubicBezTo>
                <a:cubicBezTo>
                  <a:pt x="1174741" y="221119"/>
                  <a:pt x="1221357" y="267735"/>
                  <a:pt x="1278859" y="267735"/>
                </a:cubicBezTo>
                <a:cubicBezTo>
                  <a:pt x="1336361" y="267735"/>
                  <a:pt x="1382977" y="221119"/>
                  <a:pt x="1382977" y="163617"/>
                </a:cubicBezTo>
                <a:cubicBezTo>
                  <a:pt x="1382977" y="106114"/>
                  <a:pt x="1336361" y="59498"/>
                  <a:pt x="1278859" y="59498"/>
                </a:cubicBezTo>
                <a:close/>
                <a:moveTo>
                  <a:pt x="963300" y="59498"/>
                </a:moveTo>
                <a:cubicBezTo>
                  <a:pt x="905798" y="59498"/>
                  <a:pt x="859182" y="106114"/>
                  <a:pt x="859182" y="163617"/>
                </a:cubicBezTo>
                <a:cubicBezTo>
                  <a:pt x="859182" y="221119"/>
                  <a:pt x="905798" y="267735"/>
                  <a:pt x="963300" y="267735"/>
                </a:cubicBezTo>
                <a:cubicBezTo>
                  <a:pt x="1020802" y="267735"/>
                  <a:pt x="1067418" y="221119"/>
                  <a:pt x="1067418" y="163617"/>
                </a:cubicBezTo>
                <a:cubicBezTo>
                  <a:pt x="1067418" y="106114"/>
                  <a:pt x="1020802" y="59498"/>
                  <a:pt x="963300" y="59498"/>
                </a:cubicBezTo>
                <a:close/>
                <a:moveTo>
                  <a:pt x="647742" y="59498"/>
                </a:moveTo>
                <a:cubicBezTo>
                  <a:pt x="590240" y="59498"/>
                  <a:pt x="543623" y="106114"/>
                  <a:pt x="543623" y="163617"/>
                </a:cubicBezTo>
                <a:cubicBezTo>
                  <a:pt x="543623" y="221119"/>
                  <a:pt x="590240" y="267735"/>
                  <a:pt x="647742" y="267735"/>
                </a:cubicBezTo>
                <a:cubicBezTo>
                  <a:pt x="705244" y="267735"/>
                  <a:pt x="751860" y="221119"/>
                  <a:pt x="751860" y="163617"/>
                </a:cubicBezTo>
                <a:cubicBezTo>
                  <a:pt x="751860" y="106114"/>
                  <a:pt x="705244" y="59498"/>
                  <a:pt x="647742" y="59498"/>
                </a:cubicBezTo>
                <a:close/>
                <a:moveTo>
                  <a:pt x="332183" y="59498"/>
                </a:moveTo>
                <a:cubicBezTo>
                  <a:pt x="274681" y="59498"/>
                  <a:pt x="228065" y="106114"/>
                  <a:pt x="228065" y="163617"/>
                </a:cubicBezTo>
                <a:cubicBezTo>
                  <a:pt x="228065" y="221119"/>
                  <a:pt x="274681" y="267735"/>
                  <a:pt x="332183" y="267735"/>
                </a:cubicBezTo>
                <a:cubicBezTo>
                  <a:pt x="389685" y="267735"/>
                  <a:pt x="436301" y="221119"/>
                  <a:pt x="436301" y="163617"/>
                </a:cubicBezTo>
                <a:cubicBezTo>
                  <a:pt x="436301" y="106114"/>
                  <a:pt x="389685" y="59498"/>
                  <a:pt x="332183" y="59498"/>
                </a:cubicBezTo>
                <a:close/>
                <a:moveTo>
                  <a:pt x="178490" y="0"/>
                </a:moveTo>
                <a:lnTo>
                  <a:pt x="11214858" y="0"/>
                </a:lnTo>
                <a:cubicBezTo>
                  <a:pt x="11313436" y="0"/>
                  <a:pt x="11393348" y="79912"/>
                  <a:pt x="11393348" y="178490"/>
                </a:cubicBezTo>
                <a:lnTo>
                  <a:pt x="11393348" y="711784"/>
                </a:lnTo>
                <a:lnTo>
                  <a:pt x="11393348" y="1070917"/>
                </a:lnTo>
                <a:lnTo>
                  <a:pt x="11393348" y="1078080"/>
                </a:lnTo>
                <a:lnTo>
                  <a:pt x="0" y="1078080"/>
                </a:lnTo>
                <a:lnTo>
                  <a:pt x="0" y="1070917"/>
                </a:lnTo>
                <a:lnTo>
                  <a:pt x="0" y="711784"/>
                </a:lnTo>
                <a:lnTo>
                  <a:pt x="0" y="178490"/>
                </a:lnTo>
                <a:cubicBezTo>
                  <a:pt x="0" y="79912"/>
                  <a:pt x="79912" y="0"/>
                  <a:pt x="178490" y="0"/>
                </a:cubicBez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>
            <a:stCxn id="9" idx="182"/>
            <a:endCxn id="9" idx="179"/>
          </p:cNvCxnSpPr>
          <p:nvPr userDrawn="1"/>
        </p:nvCxnSpPr>
        <p:spPr>
          <a:xfrm>
            <a:off x="396847" y="1439267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396847" y="6075485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93923" y="902713"/>
            <a:ext cx="8568812" cy="529758"/>
          </a:xfrm>
        </p:spPr>
        <p:txBody>
          <a:bodyPr>
            <a:normAutofit/>
          </a:bodyPr>
          <a:lstStyle>
            <a:lvl1pPr algn="ctr">
              <a:defRPr sz="3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98744" y="856388"/>
            <a:ext cx="4733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zh-CN" sz="3200" b="1" kern="100" dirty="0">
                <a:solidFill>
                  <a:srgbClr val="0000FF"/>
                </a:solidFill>
                <a:latin typeface="Times New Roman"/>
                <a:ea typeface="华文细黑"/>
                <a:cs typeface="Times New Roman"/>
              </a:rPr>
              <a:t>见题知本　溯源归法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086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思维建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1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同侧圆角矩形 6"/>
          <p:cNvSpPr/>
          <p:nvPr userDrawn="1"/>
        </p:nvSpPr>
        <p:spPr>
          <a:xfrm flipV="1">
            <a:off x="396847" y="5599722"/>
            <a:ext cx="11393348" cy="773439"/>
          </a:xfrm>
          <a:prstGeom prst="round2Same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96847" y="1446468"/>
            <a:ext cx="11393348" cy="462905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396847" y="368350"/>
            <a:ext cx="11393348" cy="1078080"/>
          </a:xfrm>
          <a:custGeom>
            <a:avLst/>
            <a:gdLst>
              <a:gd name="connsiteX0" fmla="*/ 11061165 w 11393348"/>
              <a:gd name="connsiteY0" fmla="*/ 59498 h 1078080"/>
              <a:gd name="connsiteX1" fmla="*/ 10957047 w 11393348"/>
              <a:gd name="connsiteY1" fmla="*/ 163617 h 1078080"/>
              <a:gd name="connsiteX2" fmla="*/ 11061165 w 11393348"/>
              <a:gd name="connsiteY2" fmla="*/ 267735 h 1078080"/>
              <a:gd name="connsiteX3" fmla="*/ 11165283 w 11393348"/>
              <a:gd name="connsiteY3" fmla="*/ 163617 h 1078080"/>
              <a:gd name="connsiteX4" fmla="*/ 11061165 w 11393348"/>
              <a:gd name="connsiteY4" fmla="*/ 59498 h 1078080"/>
              <a:gd name="connsiteX5" fmla="*/ 10745617 w 11393348"/>
              <a:gd name="connsiteY5" fmla="*/ 59498 h 1078080"/>
              <a:gd name="connsiteX6" fmla="*/ 10641499 w 11393348"/>
              <a:gd name="connsiteY6" fmla="*/ 163617 h 1078080"/>
              <a:gd name="connsiteX7" fmla="*/ 10745617 w 11393348"/>
              <a:gd name="connsiteY7" fmla="*/ 267735 h 1078080"/>
              <a:gd name="connsiteX8" fmla="*/ 10849735 w 11393348"/>
              <a:gd name="connsiteY8" fmla="*/ 163617 h 1078080"/>
              <a:gd name="connsiteX9" fmla="*/ 10745617 w 11393348"/>
              <a:gd name="connsiteY9" fmla="*/ 59498 h 1078080"/>
              <a:gd name="connsiteX10" fmla="*/ 10430058 w 11393348"/>
              <a:gd name="connsiteY10" fmla="*/ 59498 h 1078080"/>
              <a:gd name="connsiteX11" fmla="*/ 10325940 w 11393348"/>
              <a:gd name="connsiteY11" fmla="*/ 163617 h 1078080"/>
              <a:gd name="connsiteX12" fmla="*/ 10430058 w 11393348"/>
              <a:gd name="connsiteY12" fmla="*/ 267735 h 1078080"/>
              <a:gd name="connsiteX13" fmla="*/ 10534176 w 11393348"/>
              <a:gd name="connsiteY13" fmla="*/ 163617 h 1078080"/>
              <a:gd name="connsiteX14" fmla="*/ 10430058 w 11393348"/>
              <a:gd name="connsiteY14" fmla="*/ 59498 h 1078080"/>
              <a:gd name="connsiteX15" fmla="*/ 10114500 w 11393348"/>
              <a:gd name="connsiteY15" fmla="*/ 59498 h 1078080"/>
              <a:gd name="connsiteX16" fmla="*/ 10010381 w 11393348"/>
              <a:gd name="connsiteY16" fmla="*/ 163617 h 1078080"/>
              <a:gd name="connsiteX17" fmla="*/ 10114500 w 11393348"/>
              <a:gd name="connsiteY17" fmla="*/ 267735 h 1078080"/>
              <a:gd name="connsiteX18" fmla="*/ 10218618 w 11393348"/>
              <a:gd name="connsiteY18" fmla="*/ 163617 h 1078080"/>
              <a:gd name="connsiteX19" fmla="*/ 10114500 w 11393348"/>
              <a:gd name="connsiteY19" fmla="*/ 59498 h 1078080"/>
              <a:gd name="connsiteX20" fmla="*/ 9798941 w 11393348"/>
              <a:gd name="connsiteY20" fmla="*/ 59498 h 1078080"/>
              <a:gd name="connsiteX21" fmla="*/ 9694823 w 11393348"/>
              <a:gd name="connsiteY21" fmla="*/ 163617 h 1078080"/>
              <a:gd name="connsiteX22" fmla="*/ 9798941 w 11393348"/>
              <a:gd name="connsiteY22" fmla="*/ 267735 h 1078080"/>
              <a:gd name="connsiteX23" fmla="*/ 9903059 w 11393348"/>
              <a:gd name="connsiteY23" fmla="*/ 163617 h 1078080"/>
              <a:gd name="connsiteX24" fmla="*/ 9798941 w 11393348"/>
              <a:gd name="connsiteY24" fmla="*/ 59498 h 1078080"/>
              <a:gd name="connsiteX25" fmla="*/ 9483382 w 11393348"/>
              <a:gd name="connsiteY25" fmla="*/ 59498 h 1078080"/>
              <a:gd name="connsiteX26" fmla="*/ 9379264 w 11393348"/>
              <a:gd name="connsiteY26" fmla="*/ 163617 h 1078080"/>
              <a:gd name="connsiteX27" fmla="*/ 9483382 w 11393348"/>
              <a:gd name="connsiteY27" fmla="*/ 267735 h 1078080"/>
              <a:gd name="connsiteX28" fmla="*/ 9587501 w 11393348"/>
              <a:gd name="connsiteY28" fmla="*/ 163617 h 1078080"/>
              <a:gd name="connsiteX29" fmla="*/ 9483382 w 11393348"/>
              <a:gd name="connsiteY29" fmla="*/ 59498 h 1078080"/>
              <a:gd name="connsiteX30" fmla="*/ 9167824 w 11393348"/>
              <a:gd name="connsiteY30" fmla="*/ 59498 h 1078080"/>
              <a:gd name="connsiteX31" fmla="*/ 9063706 w 11393348"/>
              <a:gd name="connsiteY31" fmla="*/ 163617 h 1078080"/>
              <a:gd name="connsiteX32" fmla="*/ 9167824 w 11393348"/>
              <a:gd name="connsiteY32" fmla="*/ 267735 h 1078080"/>
              <a:gd name="connsiteX33" fmla="*/ 9271942 w 11393348"/>
              <a:gd name="connsiteY33" fmla="*/ 163617 h 1078080"/>
              <a:gd name="connsiteX34" fmla="*/ 9167824 w 11393348"/>
              <a:gd name="connsiteY34" fmla="*/ 59498 h 1078080"/>
              <a:gd name="connsiteX35" fmla="*/ 8852265 w 11393348"/>
              <a:gd name="connsiteY35" fmla="*/ 59498 h 1078080"/>
              <a:gd name="connsiteX36" fmla="*/ 8748147 w 11393348"/>
              <a:gd name="connsiteY36" fmla="*/ 163617 h 1078080"/>
              <a:gd name="connsiteX37" fmla="*/ 8852265 w 11393348"/>
              <a:gd name="connsiteY37" fmla="*/ 267735 h 1078080"/>
              <a:gd name="connsiteX38" fmla="*/ 8956383 w 11393348"/>
              <a:gd name="connsiteY38" fmla="*/ 163617 h 1078080"/>
              <a:gd name="connsiteX39" fmla="*/ 8852265 w 11393348"/>
              <a:gd name="connsiteY39" fmla="*/ 59498 h 1078080"/>
              <a:gd name="connsiteX40" fmla="*/ 8536707 w 11393348"/>
              <a:gd name="connsiteY40" fmla="*/ 59498 h 1078080"/>
              <a:gd name="connsiteX41" fmla="*/ 8432588 w 11393348"/>
              <a:gd name="connsiteY41" fmla="*/ 163617 h 1078080"/>
              <a:gd name="connsiteX42" fmla="*/ 8536707 w 11393348"/>
              <a:gd name="connsiteY42" fmla="*/ 267735 h 1078080"/>
              <a:gd name="connsiteX43" fmla="*/ 8640825 w 11393348"/>
              <a:gd name="connsiteY43" fmla="*/ 163617 h 1078080"/>
              <a:gd name="connsiteX44" fmla="*/ 8536707 w 11393348"/>
              <a:gd name="connsiteY44" fmla="*/ 59498 h 1078080"/>
              <a:gd name="connsiteX45" fmla="*/ 8221148 w 11393348"/>
              <a:gd name="connsiteY45" fmla="*/ 59498 h 1078080"/>
              <a:gd name="connsiteX46" fmla="*/ 8117029 w 11393348"/>
              <a:gd name="connsiteY46" fmla="*/ 163617 h 1078080"/>
              <a:gd name="connsiteX47" fmla="*/ 8221148 w 11393348"/>
              <a:gd name="connsiteY47" fmla="*/ 267735 h 1078080"/>
              <a:gd name="connsiteX48" fmla="*/ 8325266 w 11393348"/>
              <a:gd name="connsiteY48" fmla="*/ 163617 h 1078080"/>
              <a:gd name="connsiteX49" fmla="*/ 8221148 w 11393348"/>
              <a:gd name="connsiteY49" fmla="*/ 59498 h 1078080"/>
              <a:gd name="connsiteX50" fmla="*/ 7905590 w 11393348"/>
              <a:gd name="connsiteY50" fmla="*/ 59498 h 1078080"/>
              <a:gd name="connsiteX51" fmla="*/ 7801471 w 11393348"/>
              <a:gd name="connsiteY51" fmla="*/ 163617 h 1078080"/>
              <a:gd name="connsiteX52" fmla="*/ 7905590 w 11393348"/>
              <a:gd name="connsiteY52" fmla="*/ 267735 h 1078080"/>
              <a:gd name="connsiteX53" fmla="*/ 8009707 w 11393348"/>
              <a:gd name="connsiteY53" fmla="*/ 163617 h 1078080"/>
              <a:gd name="connsiteX54" fmla="*/ 7905590 w 11393348"/>
              <a:gd name="connsiteY54" fmla="*/ 59498 h 1078080"/>
              <a:gd name="connsiteX55" fmla="*/ 7590031 w 11393348"/>
              <a:gd name="connsiteY55" fmla="*/ 59498 h 1078080"/>
              <a:gd name="connsiteX56" fmla="*/ 7485913 w 11393348"/>
              <a:gd name="connsiteY56" fmla="*/ 163617 h 1078080"/>
              <a:gd name="connsiteX57" fmla="*/ 7590031 w 11393348"/>
              <a:gd name="connsiteY57" fmla="*/ 267735 h 1078080"/>
              <a:gd name="connsiteX58" fmla="*/ 7694149 w 11393348"/>
              <a:gd name="connsiteY58" fmla="*/ 163617 h 1078080"/>
              <a:gd name="connsiteX59" fmla="*/ 7590031 w 11393348"/>
              <a:gd name="connsiteY59" fmla="*/ 59498 h 1078080"/>
              <a:gd name="connsiteX60" fmla="*/ 7274472 w 11393348"/>
              <a:gd name="connsiteY60" fmla="*/ 59498 h 1078080"/>
              <a:gd name="connsiteX61" fmla="*/ 7170354 w 11393348"/>
              <a:gd name="connsiteY61" fmla="*/ 163617 h 1078080"/>
              <a:gd name="connsiteX62" fmla="*/ 7274472 w 11393348"/>
              <a:gd name="connsiteY62" fmla="*/ 267735 h 1078080"/>
              <a:gd name="connsiteX63" fmla="*/ 7378591 w 11393348"/>
              <a:gd name="connsiteY63" fmla="*/ 163617 h 1078080"/>
              <a:gd name="connsiteX64" fmla="*/ 7274472 w 11393348"/>
              <a:gd name="connsiteY64" fmla="*/ 59498 h 1078080"/>
              <a:gd name="connsiteX65" fmla="*/ 6958914 w 11393348"/>
              <a:gd name="connsiteY65" fmla="*/ 59498 h 1078080"/>
              <a:gd name="connsiteX66" fmla="*/ 6854796 w 11393348"/>
              <a:gd name="connsiteY66" fmla="*/ 163617 h 1078080"/>
              <a:gd name="connsiteX67" fmla="*/ 6958914 w 11393348"/>
              <a:gd name="connsiteY67" fmla="*/ 267735 h 1078080"/>
              <a:gd name="connsiteX68" fmla="*/ 7063032 w 11393348"/>
              <a:gd name="connsiteY68" fmla="*/ 163617 h 1078080"/>
              <a:gd name="connsiteX69" fmla="*/ 6958914 w 11393348"/>
              <a:gd name="connsiteY69" fmla="*/ 59498 h 1078080"/>
              <a:gd name="connsiteX70" fmla="*/ 6643355 w 11393348"/>
              <a:gd name="connsiteY70" fmla="*/ 59498 h 1078080"/>
              <a:gd name="connsiteX71" fmla="*/ 6539237 w 11393348"/>
              <a:gd name="connsiteY71" fmla="*/ 163617 h 1078080"/>
              <a:gd name="connsiteX72" fmla="*/ 6643355 w 11393348"/>
              <a:gd name="connsiteY72" fmla="*/ 267735 h 1078080"/>
              <a:gd name="connsiteX73" fmla="*/ 6747473 w 11393348"/>
              <a:gd name="connsiteY73" fmla="*/ 163617 h 1078080"/>
              <a:gd name="connsiteX74" fmla="*/ 6643355 w 11393348"/>
              <a:gd name="connsiteY74" fmla="*/ 59498 h 1078080"/>
              <a:gd name="connsiteX75" fmla="*/ 6327797 w 11393348"/>
              <a:gd name="connsiteY75" fmla="*/ 59498 h 1078080"/>
              <a:gd name="connsiteX76" fmla="*/ 6223678 w 11393348"/>
              <a:gd name="connsiteY76" fmla="*/ 163617 h 1078080"/>
              <a:gd name="connsiteX77" fmla="*/ 6327797 w 11393348"/>
              <a:gd name="connsiteY77" fmla="*/ 267735 h 1078080"/>
              <a:gd name="connsiteX78" fmla="*/ 6431915 w 11393348"/>
              <a:gd name="connsiteY78" fmla="*/ 163617 h 1078080"/>
              <a:gd name="connsiteX79" fmla="*/ 6327797 w 11393348"/>
              <a:gd name="connsiteY79" fmla="*/ 59498 h 1078080"/>
              <a:gd name="connsiteX80" fmla="*/ 6012238 w 11393348"/>
              <a:gd name="connsiteY80" fmla="*/ 59498 h 1078080"/>
              <a:gd name="connsiteX81" fmla="*/ 5908120 w 11393348"/>
              <a:gd name="connsiteY81" fmla="*/ 163617 h 1078080"/>
              <a:gd name="connsiteX82" fmla="*/ 6012238 w 11393348"/>
              <a:gd name="connsiteY82" fmla="*/ 267735 h 1078080"/>
              <a:gd name="connsiteX83" fmla="*/ 6116356 w 11393348"/>
              <a:gd name="connsiteY83" fmla="*/ 163617 h 1078080"/>
              <a:gd name="connsiteX84" fmla="*/ 6012238 w 11393348"/>
              <a:gd name="connsiteY84" fmla="*/ 59498 h 1078080"/>
              <a:gd name="connsiteX85" fmla="*/ 5696680 w 11393348"/>
              <a:gd name="connsiteY85" fmla="*/ 59498 h 1078080"/>
              <a:gd name="connsiteX86" fmla="*/ 5592561 w 11393348"/>
              <a:gd name="connsiteY86" fmla="*/ 163617 h 1078080"/>
              <a:gd name="connsiteX87" fmla="*/ 5696680 w 11393348"/>
              <a:gd name="connsiteY87" fmla="*/ 267735 h 1078080"/>
              <a:gd name="connsiteX88" fmla="*/ 5800798 w 11393348"/>
              <a:gd name="connsiteY88" fmla="*/ 163617 h 1078080"/>
              <a:gd name="connsiteX89" fmla="*/ 5696680 w 11393348"/>
              <a:gd name="connsiteY89" fmla="*/ 59498 h 1078080"/>
              <a:gd name="connsiteX90" fmla="*/ 5381121 w 11393348"/>
              <a:gd name="connsiteY90" fmla="*/ 59498 h 1078080"/>
              <a:gd name="connsiteX91" fmla="*/ 5277003 w 11393348"/>
              <a:gd name="connsiteY91" fmla="*/ 163617 h 1078080"/>
              <a:gd name="connsiteX92" fmla="*/ 5381121 w 11393348"/>
              <a:gd name="connsiteY92" fmla="*/ 267735 h 1078080"/>
              <a:gd name="connsiteX93" fmla="*/ 5485239 w 11393348"/>
              <a:gd name="connsiteY93" fmla="*/ 163617 h 1078080"/>
              <a:gd name="connsiteX94" fmla="*/ 5381121 w 11393348"/>
              <a:gd name="connsiteY94" fmla="*/ 59498 h 1078080"/>
              <a:gd name="connsiteX95" fmla="*/ 5065562 w 11393348"/>
              <a:gd name="connsiteY95" fmla="*/ 59498 h 1078080"/>
              <a:gd name="connsiteX96" fmla="*/ 4961444 w 11393348"/>
              <a:gd name="connsiteY96" fmla="*/ 163617 h 1078080"/>
              <a:gd name="connsiteX97" fmla="*/ 5065562 w 11393348"/>
              <a:gd name="connsiteY97" fmla="*/ 267735 h 1078080"/>
              <a:gd name="connsiteX98" fmla="*/ 5169680 w 11393348"/>
              <a:gd name="connsiteY98" fmla="*/ 163617 h 1078080"/>
              <a:gd name="connsiteX99" fmla="*/ 5065562 w 11393348"/>
              <a:gd name="connsiteY99" fmla="*/ 59498 h 1078080"/>
              <a:gd name="connsiteX100" fmla="*/ 4750004 w 11393348"/>
              <a:gd name="connsiteY100" fmla="*/ 59498 h 1078080"/>
              <a:gd name="connsiteX101" fmla="*/ 4645885 w 11393348"/>
              <a:gd name="connsiteY101" fmla="*/ 163617 h 1078080"/>
              <a:gd name="connsiteX102" fmla="*/ 4750004 w 11393348"/>
              <a:gd name="connsiteY102" fmla="*/ 267735 h 1078080"/>
              <a:gd name="connsiteX103" fmla="*/ 4854122 w 11393348"/>
              <a:gd name="connsiteY103" fmla="*/ 163617 h 1078080"/>
              <a:gd name="connsiteX104" fmla="*/ 4750004 w 11393348"/>
              <a:gd name="connsiteY104" fmla="*/ 59498 h 1078080"/>
              <a:gd name="connsiteX105" fmla="*/ 4434445 w 11393348"/>
              <a:gd name="connsiteY105" fmla="*/ 59498 h 1078080"/>
              <a:gd name="connsiteX106" fmla="*/ 4330327 w 11393348"/>
              <a:gd name="connsiteY106" fmla="*/ 163617 h 1078080"/>
              <a:gd name="connsiteX107" fmla="*/ 4434445 w 11393348"/>
              <a:gd name="connsiteY107" fmla="*/ 267735 h 1078080"/>
              <a:gd name="connsiteX108" fmla="*/ 4538564 w 11393348"/>
              <a:gd name="connsiteY108" fmla="*/ 163617 h 1078080"/>
              <a:gd name="connsiteX109" fmla="*/ 4434445 w 11393348"/>
              <a:gd name="connsiteY109" fmla="*/ 59498 h 1078080"/>
              <a:gd name="connsiteX110" fmla="*/ 4118886 w 11393348"/>
              <a:gd name="connsiteY110" fmla="*/ 59498 h 1078080"/>
              <a:gd name="connsiteX111" fmla="*/ 4014769 w 11393348"/>
              <a:gd name="connsiteY111" fmla="*/ 163617 h 1078080"/>
              <a:gd name="connsiteX112" fmla="*/ 4118886 w 11393348"/>
              <a:gd name="connsiteY112" fmla="*/ 267735 h 1078080"/>
              <a:gd name="connsiteX113" fmla="*/ 4223004 w 11393348"/>
              <a:gd name="connsiteY113" fmla="*/ 163617 h 1078080"/>
              <a:gd name="connsiteX114" fmla="*/ 4118886 w 11393348"/>
              <a:gd name="connsiteY114" fmla="*/ 59498 h 1078080"/>
              <a:gd name="connsiteX115" fmla="*/ 3803328 w 11393348"/>
              <a:gd name="connsiteY115" fmla="*/ 59498 h 1078080"/>
              <a:gd name="connsiteX116" fmla="*/ 3699210 w 11393348"/>
              <a:gd name="connsiteY116" fmla="*/ 163617 h 1078080"/>
              <a:gd name="connsiteX117" fmla="*/ 3803328 w 11393348"/>
              <a:gd name="connsiteY117" fmla="*/ 267735 h 1078080"/>
              <a:gd name="connsiteX118" fmla="*/ 3907446 w 11393348"/>
              <a:gd name="connsiteY118" fmla="*/ 163617 h 1078080"/>
              <a:gd name="connsiteX119" fmla="*/ 3803328 w 11393348"/>
              <a:gd name="connsiteY119" fmla="*/ 59498 h 1078080"/>
              <a:gd name="connsiteX120" fmla="*/ 3487769 w 11393348"/>
              <a:gd name="connsiteY120" fmla="*/ 59498 h 1078080"/>
              <a:gd name="connsiteX121" fmla="*/ 3383651 w 11393348"/>
              <a:gd name="connsiteY121" fmla="*/ 163617 h 1078080"/>
              <a:gd name="connsiteX122" fmla="*/ 3487769 w 11393348"/>
              <a:gd name="connsiteY122" fmla="*/ 267735 h 1078080"/>
              <a:gd name="connsiteX123" fmla="*/ 3591887 w 11393348"/>
              <a:gd name="connsiteY123" fmla="*/ 163617 h 1078080"/>
              <a:gd name="connsiteX124" fmla="*/ 3487769 w 11393348"/>
              <a:gd name="connsiteY124" fmla="*/ 59498 h 1078080"/>
              <a:gd name="connsiteX125" fmla="*/ 3172211 w 11393348"/>
              <a:gd name="connsiteY125" fmla="*/ 59498 h 1078080"/>
              <a:gd name="connsiteX126" fmla="*/ 3068092 w 11393348"/>
              <a:gd name="connsiteY126" fmla="*/ 163617 h 1078080"/>
              <a:gd name="connsiteX127" fmla="*/ 3172211 w 11393348"/>
              <a:gd name="connsiteY127" fmla="*/ 267735 h 1078080"/>
              <a:gd name="connsiteX128" fmla="*/ 3276329 w 11393348"/>
              <a:gd name="connsiteY128" fmla="*/ 163617 h 1078080"/>
              <a:gd name="connsiteX129" fmla="*/ 3172211 w 11393348"/>
              <a:gd name="connsiteY129" fmla="*/ 59498 h 1078080"/>
              <a:gd name="connsiteX130" fmla="*/ 2856652 w 11393348"/>
              <a:gd name="connsiteY130" fmla="*/ 59498 h 1078080"/>
              <a:gd name="connsiteX131" fmla="*/ 2752534 w 11393348"/>
              <a:gd name="connsiteY131" fmla="*/ 163617 h 1078080"/>
              <a:gd name="connsiteX132" fmla="*/ 2856652 w 11393348"/>
              <a:gd name="connsiteY132" fmla="*/ 267735 h 1078080"/>
              <a:gd name="connsiteX133" fmla="*/ 2960770 w 11393348"/>
              <a:gd name="connsiteY133" fmla="*/ 163617 h 1078080"/>
              <a:gd name="connsiteX134" fmla="*/ 2856652 w 11393348"/>
              <a:gd name="connsiteY134" fmla="*/ 59498 h 1078080"/>
              <a:gd name="connsiteX135" fmla="*/ 2541093 w 11393348"/>
              <a:gd name="connsiteY135" fmla="*/ 59498 h 1078080"/>
              <a:gd name="connsiteX136" fmla="*/ 2436975 w 11393348"/>
              <a:gd name="connsiteY136" fmla="*/ 163617 h 1078080"/>
              <a:gd name="connsiteX137" fmla="*/ 2541093 w 11393348"/>
              <a:gd name="connsiteY137" fmla="*/ 267735 h 1078080"/>
              <a:gd name="connsiteX138" fmla="*/ 2645212 w 11393348"/>
              <a:gd name="connsiteY138" fmla="*/ 163617 h 1078080"/>
              <a:gd name="connsiteX139" fmla="*/ 2541093 w 11393348"/>
              <a:gd name="connsiteY139" fmla="*/ 59498 h 1078080"/>
              <a:gd name="connsiteX140" fmla="*/ 2225535 w 11393348"/>
              <a:gd name="connsiteY140" fmla="*/ 59498 h 1078080"/>
              <a:gd name="connsiteX141" fmla="*/ 2121417 w 11393348"/>
              <a:gd name="connsiteY141" fmla="*/ 163617 h 1078080"/>
              <a:gd name="connsiteX142" fmla="*/ 2225535 w 11393348"/>
              <a:gd name="connsiteY142" fmla="*/ 267735 h 1078080"/>
              <a:gd name="connsiteX143" fmla="*/ 2329653 w 11393348"/>
              <a:gd name="connsiteY143" fmla="*/ 163617 h 1078080"/>
              <a:gd name="connsiteX144" fmla="*/ 2225535 w 11393348"/>
              <a:gd name="connsiteY144" fmla="*/ 59498 h 1078080"/>
              <a:gd name="connsiteX145" fmla="*/ 1909976 w 11393348"/>
              <a:gd name="connsiteY145" fmla="*/ 59498 h 1078080"/>
              <a:gd name="connsiteX146" fmla="*/ 1805858 w 11393348"/>
              <a:gd name="connsiteY146" fmla="*/ 163617 h 1078080"/>
              <a:gd name="connsiteX147" fmla="*/ 1909976 w 11393348"/>
              <a:gd name="connsiteY147" fmla="*/ 267735 h 1078080"/>
              <a:gd name="connsiteX148" fmla="*/ 2014094 w 11393348"/>
              <a:gd name="connsiteY148" fmla="*/ 163617 h 1078080"/>
              <a:gd name="connsiteX149" fmla="*/ 1909976 w 11393348"/>
              <a:gd name="connsiteY149" fmla="*/ 59498 h 1078080"/>
              <a:gd name="connsiteX150" fmla="*/ 1594417 w 11393348"/>
              <a:gd name="connsiteY150" fmla="*/ 59498 h 1078080"/>
              <a:gd name="connsiteX151" fmla="*/ 1490299 w 11393348"/>
              <a:gd name="connsiteY151" fmla="*/ 163617 h 1078080"/>
              <a:gd name="connsiteX152" fmla="*/ 1594417 w 11393348"/>
              <a:gd name="connsiteY152" fmla="*/ 267735 h 1078080"/>
              <a:gd name="connsiteX153" fmla="*/ 1698536 w 11393348"/>
              <a:gd name="connsiteY153" fmla="*/ 163617 h 1078080"/>
              <a:gd name="connsiteX154" fmla="*/ 1594417 w 11393348"/>
              <a:gd name="connsiteY154" fmla="*/ 59498 h 1078080"/>
              <a:gd name="connsiteX155" fmla="*/ 1278859 w 11393348"/>
              <a:gd name="connsiteY155" fmla="*/ 59498 h 1078080"/>
              <a:gd name="connsiteX156" fmla="*/ 1174741 w 11393348"/>
              <a:gd name="connsiteY156" fmla="*/ 163617 h 1078080"/>
              <a:gd name="connsiteX157" fmla="*/ 1278859 w 11393348"/>
              <a:gd name="connsiteY157" fmla="*/ 267735 h 1078080"/>
              <a:gd name="connsiteX158" fmla="*/ 1382977 w 11393348"/>
              <a:gd name="connsiteY158" fmla="*/ 163617 h 1078080"/>
              <a:gd name="connsiteX159" fmla="*/ 1278859 w 11393348"/>
              <a:gd name="connsiteY159" fmla="*/ 59498 h 1078080"/>
              <a:gd name="connsiteX160" fmla="*/ 963300 w 11393348"/>
              <a:gd name="connsiteY160" fmla="*/ 59498 h 1078080"/>
              <a:gd name="connsiteX161" fmla="*/ 859182 w 11393348"/>
              <a:gd name="connsiteY161" fmla="*/ 163617 h 1078080"/>
              <a:gd name="connsiteX162" fmla="*/ 963300 w 11393348"/>
              <a:gd name="connsiteY162" fmla="*/ 267735 h 1078080"/>
              <a:gd name="connsiteX163" fmla="*/ 1067418 w 11393348"/>
              <a:gd name="connsiteY163" fmla="*/ 163617 h 1078080"/>
              <a:gd name="connsiteX164" fmla="*/ 963300 w 11393348"/>
              <a:gd name="connsiteY164" fmla="*/ 59498 h 1078080"/>
              <a:gd name="connsiteX165" fmla="*/ 647742 w 11393348"/>
              <a:gd name="connsiteY165" fmla="*/ 59498 h 1078080"/>
              <a:gd name="connsiteX166" fmla="*/ 543623 w 11393348"/>
              <a:gd name="connsiteY166" fmla="*/ 163617 h 1078080"/>
              <a:gd name="connsiteX167" fmla="*/ 647742 w 11393348"/>
              <a:gd name="connsiteY167" fmla="*/ 267735 h 1078080"/>
              <a:gd name="connsiteX168" fmla="*/ 751860 w 11393348"/>
              <a:gd name="connsiteY168" fmla="*/ 163617 h 1078080"/>
              <a:gd name="connsiteX169" fmla="*/ 647742 w 11393348"/>
              <a:gd name="connsiteY169" fmla="*/ 59498 h 1078080"/>
              <a:gd name="connsiteX170" fmla="*/ 332183 w 11393348"/>
              <a:gd name="connsiteY170" fmla="*/ 59498 h 1078080"/>
              <a:gd name="connsiteX171" fmla="*/ 228065 w 11393348"/>
              <a:gd name="connsiteY171" fmla="*/ 163617 h 1078080"/>
              <a:gd name="connsiteX172" fmla="*/ 332183 w 11393348"/>
              <a:gd name="connsiteY172" fmla="*/ 267735 h 1078080"/>
              <a:gd name="connsiteX173" fmla="*/ 436301 w 11393348"/>
              <a:gd name="connsiteY173" fmla="*/ 163617 h 1078080"/>
              <a:gd name="connsiteX174" fmla="*/ 332183 w 11393348"/>
              <a:gd name="connsiteY174" fmla="*/ 59498 h 1078080"/>
              <a:gd name="connsiteX175" fmla="*/ 178490 w 11393348"/>
              <a:gd name="connsiteY175" fmla="*/ 0 h 1078080"/>
              <a:gd name="connsiteX176" fmla="*/ 11214858 w 11393348"/>
              <a:gd name="connsiteY176" fmla="*/ 0 h 1078080"/>
              <a:gd name="connsiteX177" fmla="*/ 11393348 w 11393348"/>
              <a:gd name="connsiteY177" fmla="*/ 178490 h 1078080"/>
              <a:gd name="connsiteX178" fmla="*/ 11393348 w 11393348"/>
              <a:gd name="connsiteY178" fmla="*/ 711784 h 1078080"/>
              <a:gd name="connsiteX179" fmla="*/ 11393348 w 11393348"/>
              <a:gd name="connsiteY179" fmla="*/ 1070917 h 1078080"/>
              <a:gd name="connsiteX180" fmla="*/ 11393348 w 11393348"/>
              <a:gd name="connsiteY180" fmla="*/ 1078080 h 1078080"/>
              <a:gd name="connsiteX181" fmla="*/ 0 w 11393348"/>
              <a:gd name="connsiteY181" fmla="*/ 1078080 h 1078080"/>
              <a:gd name="connsiteX182" fmla="*/ 0 w 11393348"/>
              <a:gd name="connsiteY182" fmla="*/ 1070917 h 1078080"/>
              <a:gd name="connsiteX183" fmla="*/ 0 w 11393348"/>
              <a:gd name="connsiteY183" fmla="*/ 711784 h 1078080"/>
              <a:gd name="connsiteX184" fmla="*/ 0 w 11393348"/>
              <a:gd name="connsiteY184" fmla="*/ 178490 h 1078080"/>
              <a:gd name="connsiteX185" fmla="*/ 178490 w 11393348"/>
              <a:gd name="connsiteY185" fmla="*/ 0 h 107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1393348" h="1078080">
                <a:moveTo>
                  <a:pt x="11061165" y="59498"/>
                </a:moveTo>
                <a:cubicBezTo>
                  <a:pt x="11003663" y="59498"/>
                  <a:pt x="10957047" y="106114"/>
                  <a:pt x="10957047" y="163617"/>
                </a:cubicBezTo>
                <a:cubicBezTo>
                  <a:pt x="10957047" y="221119"/>
                  <a:pt x="11003663" y="267735"/>
                  <a:pt x="11061165" y="267735"/>
                </a:cubicBezTo>
                <a:cubicBezTo>
                  <a:pt x="11118667" y="267735"/>
                  <a:pt x="11165283" y="221119"/>
                  <a:pt x="11165283" y="163617"/>
                </a:cubicBezTo>
                <a:cubicBezTo>
                  <a:pt x="11165283" y="106114"/>
                  <a:pt x="11118667" y="59498"/>
                  <a:pt x="11061165" y="59498"/>
                </a:cubicBezTo>
                <a:close/>
                <a:moveTo>
                  <a:pt x="10745617" y="59498"/>
                </a:moveTo>
                <a:cubicBezTo>
                  <a:pt x="10688115" y="59498"/>
                  <a:pt x="10641499" y="106114"/>
                  <a:pt x="10641499" y="163617"/>
                </a:cubicBezTo>
                <a:cubicBezTo>
                  <a:pt x="10641499" y="221119"/>
                  <a:pt x="10688115" y="267735"/>
                  <a:pt x="10745617" y="267735"/>
                </a:cubicBezTo>
                <a:cubicBezTo>
                  <a:pt x="10803119" y="267735"/>
                  <a:pt x="10849735" y="221119"/>
                  <a:pt x="10849735" y="163617"/>
                </a:cubicBezTo>
                <a:cubicBezTo>
                  <a:pt x="10849735" y="106114"/>
                  <a:pt x="10803119" y="59498"/>
                  <a:pt x="10745617" y="59498"/>
                </a:cubicBezTo>
                <a:close/>
                <a:moveTo>
                  <a:pt x="10430058" y="59498"/>
                </a:moveTo>
                <a:cubicBezTo>
                  <a:pt x="10372556" y="59498"/>
                  <a:pt x="10325940" y="106114"/>
                  <a:pt x="10325940" y="163617"/>
                </a:cubicBezTo>
                <a:cubicBezTo>
                  <a:pt x="10325940" y="221119"/>
                  <a:pt x="10372556" y="267735"/>
                  <a:pt x="10430058" y="267735"/>
                </a:cubicBezTo>
                <a:cubicBezTo>
                  <a:pt x="10487560" y="267735"/>
                  <a:pt x="10534176" y="221119"/>
                  <a:pt x="10534176" y="163617"/>
                </a:cubicBezTo>
                <a:cubicBezTo>
                  <a:pt x="10534176" y="106114"/>
                  <a:pt x="10487560" y="59498"/>
                  <a:pt x="10430058" y="59498"/>
                </a:cubicBezTo>
                <a:close/>
                <a:moveTo>
                  <a:pt x="10114500" y="59498"/>
                </a:moveTo>
                <a:cubicBezTo>
                  <a:pt x="10056997" y="59498"/>
                  <a:pt x="10010381" y="106114"/>
                  <a:pt x="10010381" y="163617"/>
                </a:cubicBezTo>
                <a:cubicBezTo>
                  <a:pt x="10010381" y="221119"/>
                  <a:pt x="10056997" y="267735"/>
                  <a:pt x="10114500" y="267735"/>
                </a:cubicBezTo>
                <a:cubicBezTo>
                  <a:pt x="10172002" y="267735"/>
                  <a:pt x="10218618" y="221119"/>
                  <a:pt x="10218618" y="163617"/>
                </a:cubicBezTo>
                <a:cubicBezTo>
                  <a:pt x="10218618" y="106114"/>
                  <a:pt x="10172002" y="59498"/>
                  <a:pt x="10114500" y="59498"/>
                </a:cubicBezTo>
                <a:close/>
                <a:moveTo>
                  <a:pt x="9798941" y="59498"/>
                </a:moveTo>
                <a:cubicBezTo>
                  <a:pt x="9741439" y="59498"/>
                  <a:pt x="9694823" y="106114"/>
                  <a:pt x="9694823" y="163617"/>
                </a:cubicBezTo>
                <a:cubicBezTo>
                  <a:pt x="9694823" y="221119"/>
                  <a:pt x="9741439" y="267735"/>
                  <a:pt x="9798941" y="267735"/>
                </a:cubicBezTo>
                <a:cubicBezTo>
                  <a:pt x="9856443" y="267735"/>
                  <a:pt x="9903059" y="221119"/>
                  <a:pt x="9903059" y="163617"/>
                </a:cubicBezTo>
                <a:cubicBezTo>
                  <a:pt x="9903059" y="106114"/>
                  <a:pt x="9856443" y="59498"/>
                  <a:pt x="9798941" y="59498"/>
                </a:cubicBezTo>
                <a:close/>
                <a:moveTo>
                  <a:pt x="9483382" y="59498"/>
                </a:moveTo>
                <a:cubicBezTo>
                  <a:pt x="9425880" y="59498"/>
                  <a:pt x="9379264" y="106114"/>
                  <a:pt x="9379264" y="163617"/>
                </a:cubicBezTo>
                <a:cubicBezTo>
                  <a:pt x="9379264" y="221119"/>
                  <a:pt x="9425880" y="267735"/>
                  <a:pt x="9483382" y="267735"/>
                </a:cubicBezTo>
                <a:cubicBezTo>
                  <a:pt x="9540884" y="267735"/>
                  <a:pt x="9587501" y="221119"/>
                  <a:pt x="9587501" y="163617"/>
                </a:cubicBezTo>
                <a:cubicBezTo>
                  <a:pt x="9587501" y="106114"/>
                  <a:pt x="9540884" y="59498"/>
                  <a:pt x="9483382" y="59498"/>
                </a:cubicBezTo>
                <a:close/>
                <a:moveTo>
                  <a:pt x="9167824" y="59498"/>
                </a:moveTo>
                <a:cubicBezTo>
                  <a:pt x="9110322" y="59498"/>
                  <a:pt x="9063706" y="106114"/>
                  <a:pt x="9063706" y="163617"/>
                </a:cubicBezTo>
                <a:cubicBezTo>
                  <a:pt x="9063706" y="221119"/>
                  <a:pt x="9110322" y="267735"/>
                  <a:pt x="9167824" y="267735"/>
                </a:cubicBezTo>
                <a:cubicBezTo>
                  <a:pt x="9225326" y="267735"/>
                  <a:pt x="9271942" y="221119"/>
                  <a:pt x="9271942" y="163617"/>
                </a:cubicBezTo>
                <a:cubicBezTo>
                  <a:pt x="9271942" y="106114"/>
                  <a:pt x="9225326" y="59498"/>
                  <a:pt x="9167824" y="59498"/>
                </a:cubicBezTo>
                <a:close/>
                <a:moveTo>
                  <a:pt x="8852265" y="59498"/>
                </a:moveTo>
                <a:cubicBezTo>
                  <a:pt x="8794763" y="59498"/>
                  <a:pt x="8748147" y="106114"/>
                  <a:pt x="8748147" y="163617"/>
                </a:cubicBezTo>
                <a:cubicBezTo>
                  <a:pt x="8748147" y="221119"/>
                  <a:pt x="8794763" y="267735"/>
                  <a:pt x="8852265" y="267735"/>
                </a:cubicBezTo>
                <a:cubicBezTo>
                  <a:pt x="8909767" y="267735"/>
                  <a:pt x="8956383" y="221119"/>
                  <a:pt x="8956383" y="163617"/>
                </a:cubicBezTo>
                <a:cubicBezTo>
                  <a:pt x="8956383" y="106114"/>
                  <a:pt x="8909767" y="59498"/>
                  <a:pt x="8852265" y="59498"/>
                </a:cubicBezTo>
                <a:close/>
                <a:moveTo>
                  <a:pt x="8536707" y="59498"/>
                </a:moveTo>
                <a:cubicBezTo>
                  <a:pt x="8479204" y="59498"/>
                  <a:pt x="8432588" y="106114"/>
                  <a:pt x="8432588" y="163617"/>
                </a:cubicBezTo>
                <a:cubicBezTo>
                  <a:pt x="8432588" y="221119"/>
                  <a:pt x="8479204" y="267735"/>
                  <a:pt x="8536707" y="267735"/>
                </a:cubicBezTo>
                <a:cubicBezTo>
                  <a:pt x="8594209" y="267735"/>
                  <a:pt x="8640825" y="221119"/>
                  <a:pt x="8640825" y="163617"/>
                </a:cubicBezTo>
                <a:cubicBezTo>
                  <a:pt x="8640825" y="106114"/>
                  <a:pt x="8594209" y="59498"/>
                  <a:pt x="8536707" y="59498"/>
                </a:cubicBezTo>
                <a:close/>
                <a:moveTo>
                  <a:pt x="8221148" y="59498"/>
                </a:moveTo>
                <a:cubicBezTo>
                  <a:pt x="8163646" y="59498"/>
                  <a:pt x="8117029" y="106114"/>
                  <a:pt x="8117029" y="163617"/>
                </a:cubicBezTo>
                <a:cubicBezTo>
                  <a:pt x="8117029" y="221119"/>
                  <a:pt x="8163646" y="267735"/>
                  <a:pt x="8221148" y="267735"/>
                </a:cubicBezTo>
                <a:cubicBezTo>
                  <a:pt x="8278650" y="267735"/>
                  <a:pt x="8325266" y="221119"/>
                  <a:pt x="8325266" y="163617"/>
                </a:cubicBezTo>
                <a:cubicBezTo>
                  <a:pt x="8325266" y="106114"/>
                  <a:pt x="8278650" y="59498"/>
                  <a:pt x="8221148" y="59498"/>
                </a:cubicBezTo>
                <a:close/>
                <a:moveTo>
                  <a:pt x="7905590" y="59498"/>
                </a:moveTo>
                <a:cubicBezTo>
                  <a:pt x="7848087" y="59498"/>
                  <a:pt x="7801471" y="106114"/>
                  <a:pt x="7801471" y="163617"/>
                </a:cubicBezTo>
                <a:cubicBezTo>
                  <a:pt x="7801471" y="221119"/>
                  <a:pt x="7848087" y="267735"/>
                  <a:pt x="7905590" y="267735"/>
                </a:cubicBezTo>
                <a:cubicBezTo>
                  <a:pt x="7963092" y="267735"/>
                  <a:pt x="8009707" y="221119"/>
                  <a:pt x="8009707" y="163617"/>
                </a:cubicBezTo>
                <a:cubicBezTo>
                  <a:pt x="8009707" y="106114"/>
                  <a:pt x="7963092" y="59498"/>
                  <a:pt x="7905590" y="59498"/>
                </a:cubicBezTo>
                <a:close/>
                <a:moveTo>
                  <a:pt x="7590031" y="59498"/>
                </a:moveTo>
                <a:cubicBezTo>
                  <a:pt x="7532529" y="59498"/>
                  <a:pt x="7485913" y="106114"/>
                  <a:pt x="7485913" y="163617"/>
                </a:cubicBezTo>
                <a:cubicBezTo>
                  <a:pt x="7485913" y="221119"/>
                  <a:pt x="7532529" y="267735"/>
                  <a:pt x="7590031" y="267735"/>
                </a:cubicBezTo>
                <a:cubicBezTo>
                  <a:pt x="7647533" y="267735"/>
                  <a:pt x="7694149" y="221119"/>
                  <a:pt x="7694149" y="163617"/>
                </a:cubicBezTo>
                <a:cubicBezTo>
                  <a:pt x="7694149" y="106114"/>
                  <a:pt x="7647533" y="59498"/>
                  <a:pt x="7590031" y="59498"/>
                </a:cubicBezTo>
                <a:close/>
                <a:moveTo>
                  <a:pt x="7274472" y="59498"/>
                </a:moveTo>
                <a:cubicBezTo>
                  <a:pt x="7216970" y="59498"/>
                  <a:pt x="7170354" y="106114"/>
                  <a:pt x="7170354" y="163617"/>
                </a:cubicBezTo>
                <a:cubicBezTo>
                  <a:pt x="7170354" y="221119"/>
                  <a:pt x="7216970" y="267735"/>
                  <a:pt x="7274472" y="267735"/>
                </a:cubicBezTo>
                <a:cubicBezTo>
                  <a:pt x="7331974" y="267735"/>
                  <a:pt x="7378591" y="221119"/>
                  <a:pt x="7378591" y="163617"/>
                </a:cubicBezTo>
                <a:cubicBezTo>
                  <a:pt x="7378591" y="106114"/>
                  <a:pt x="7331974" y="59498"/>
                  <a:pt x="7274472" y="59498"/>
                </a:cubicBezTo>
                <a:close/>
                <a:moveTo>
                  <a:pt x="6958914" y="59498"/>
                </a:moveTo>
                <a:cubicBezTo>
                  <a:pt x="6901412" y="59498"/>
                  <a:pt x="6854796" y="106114"/>
                  <a:pt x="6854796" y="163617"/>
                </a:cubicBezTo>
                <a:cubicBezTo>
                  <a:pt x="6854796" y="221119"/>
                  <a:pt x="6901412" y="267735"/>
                  <a:pt x="6958914" y="267735"/>
                </a:cubicBezTo>
                <a:cubicBezTo>
                  <a:pt x="7016416" y="267735"/>
                  <a:pt x="7063032" y="221119"/>
                  <a:pt x="7063032" y="163617"/>
                </a:cubicBezTo>
                <a:cubicBezTo>
                  <a:pt x="7063032" y="106114"/>
                  <a:pt x="7016416" y="59498"/>
                  <a:pt x="6958914" y="59498"/>
                </a:cubicBezTo>
                <a:close/>
                <a:moveTo>
                  <a:pt x="6643355" y="59498"/>
                </a:moveTo>
                <a:cubicBezTo>
                  <a:pt x="6585853" y="59498"/>
                  <a:pt x="6539237" y="106114"/>
                  <a:pt x="6539237" y="163617"/>
                </a:cubicBezTo>
                <a:cubicBezTo>
                  <a:pt x="6539237" y="221119"/>
                  <a:pt x="6585853" y="267735"/>
                  <a:pt x="6643355" y="267735"/>
                </a:cubicBezTo>
                <a:cubicBezTo>
                  <a:pt x="6700857" y="267735"/>
                  <a:pt x="6747473" y="221119"/>
                  <a:pt x="6747473" y="163617"/>
                </a:cubicBezTo>
                <a:cubicBezTo>
                  <a:pt x="6747473" y="106114"/>
                  <a:pt x="6700857" y="59498"/>
                  <a:pt x="6643355" y="59498"/>
                </a:cubicBezTo>
                <a:close/>
                <a:moveTo>
                  <a:pt x="6327797" y="59498"/>
                </a:moveTo>
                <a:cubicBezTo>
                  <a:pt x="6270294" y="59498"/>
                  <a:pt x="6223678" y="106114"/>
                  <a:pt x="6223678" y="163617"/>
                </a:cubicBezTo>
                <a:cubicBezTo>
                  <a:pt x="6223678" y="221119"/>
                  <a:pt x="6270294" y="267735"/>
                  <a:pt x="6327797" y="267735"/>
                </a:cubicBezTo>
                <a:cubicBezTo>
                  <a:pt x="6385299" y="267735"/>
                  <a:pt x="6431915" y="221119"/>
                  <a:pt x="6431915" y="163617"/>
                </a:cubicBezTo>
                <a:cubicBezTo>
                  <a:pt x="6431915" y="106114"/>
                  <a:pt x="6385299" y="59498"/>
                  <a:pt x="6327797" y="59498"/>
                </a:cubicBezTo>
                <a:close/>
                <a:moveTo>
                  <a:pt x="6012238" y="59498"/>
                </a:moveTo>
                <a:cubicBezTo>
                  <a:pt x="5954736" y="59498"/>
                  <a:pt x="5908120" y="106114"/>
                  <a:pt x="5908120" y="163617"/>
                </a:cubicBezTo>
                <a:cubicBezTo>
                  <a:pt x="5908120" y="221119"/>
                  <a:pt x="5954736" y="267735"/>
                  <a:pt x="6012238" y="267735"/>
                </a:cubicBezTo>
                <a:cubicBezTo>
                  <a:pt x="6069740" y="267735"/>
                  <a:pt x="6116356" y="221119"/>
                  <a:pt x="6116356" y="163617"/>
                </a:cubicBezTo>
                <a:cubicBezTo>
                  <a:pt x="6116356" y="106114"/>
                  <a:pt x="6069740" y="59498"/>
                  <a:pt x="6012238" y="59498"/>
                </a:cubicBezTo>
                <a:close/>
                <a:moveTo>
                  <a:pt x="5696680" y="59498"/>
                </a:moveTo>
                <a:cubicBezTo>
                  <a:pt x="5639178" y="59498"/>
                  <a:pt x="5592561" y="106114"/>
                  <a:pt x="5592561" y="163617"/>
                </a:cubicBezTo>
                <a:cubicBezTo>
                  <a:pt x="5592561" y="221119"/>
                  <a:pt x="5639178" y="267735"/>
                  <a:pt x="5696680" y="267735"/>
                </a:cubicBezTo>
                <a:cubicBezTo>
                  <a:pt x="5754182" y="267735"/>
                  <a:pt x="5800798" y="221119"/>
                  <a:pt x="5800798" y="163617"/>
                </a:cubicBezTo>
                <a:cubicBezTo>
                  <a:pt x="5800798" y="106114"/>
                  <a:pt x="5754182" y="59498"/>
                  <a:pt x="5696680" y="59498"/>
                </a:cubicBezTo>
                <a:close/>
                <a:moveTo>
                  <a:pt x="5381121" y="59498"/>
                </a:moveTo>
                <a:cubicBezTo>
                  <a:pt x="5323619" y="59498"/>
                  <a:pt x="5277003" y="106114"/>
                  <a:pt x="5277003" y="163617"/>
                </a:cubicBezTo>
                <a:cubicBezTo>
                  <a:pt x="5277003" y="221119"/>
                  <a:pt x="5323619" y="267735"/>
                  <a:pt x="5381121" y="267735"/>
                </a:cubicBezTo>
                <a:cubicBezTo>
                  <a:pt x="5438623" y="267735"/>
                  <a:pt x="5485239" y="221119"/>
                  <a:pt x="5485239" y="163617"/>
                </a:cubicBezTo>
                <a:cubicBezTo>
                  <a:pt x="5485239" y="106114"/>
                  <a:pt x="5438623" y="59498"/>
                  <a:pt x="5381121" y="59498"/>
                </a:cubicBezTo>
                <a:close/>
                <a:moveTo>
                  <a:pt x="5065562" y="59498"/>
                </a:moveTo>
                <a:cubicBezTo>
                  <a:pt x="5008060" y="59498"/>
                  <a:pt x="4961444" y="106114"/>
                  <a:pt x="4961444" y="163617"/>
                </a:cubicBezTo>
                <a:cubicBezTo>
                  <a:pt x="4961444" y="221119"/>
                  <a:pt x="5008060" y="267735"/>
                  <a:pt x="5065562" y="267735"/>
                </a:cubicBezTo>
                <a:cubicBezTo>
                  <a:pt x="5123064" y="267735"/>
                  <a:pt x="5169680" y="221119"/>
                  <a:pt x="5169680" y="163617"/>
                </a:cubicBezTo>
                <a:cubicBezTo>
                  <a:pt x="5169680" y="106114"/>
                  <a:pt x="5123064" y="59498"/>
                  <a:pt x="5065562" y="59498"/>
                </a:cubicBezTo>
                <a:close/>
                <a:moveTo>
                  <a:pt x="4750004" y="59498"/>
                </a:moveTo>
                <a:cubicBezTo>
                  <a:pt x="4692501" y="59498"/>
                  <a:pt x="4645885" y="106114"/>
                  <a:pt x="4645885" y="163617"/>
                </a:cubicBezTo>
                <a:cubicBezTo>
                  <a:pt x="4645885" y="221119"/>
                  <a:pt x="4692501" y="267735"/>
                  <a:pt x="4750004" y="267735"/>
                </a:cubicBezTo>
                <a:cubicBezTo>
                  <a:pt x="4807506" y="267735"/>
                  <a:pt x="4854122" y="221119"/>
                  <a:pt x="4854122" y="163617"/>
                </a:cubicBezTo>
                <a:cubicBezTo>
                  <a:pt x="4854122" y="106114"/>
                  <a:pt x="4807506" y="59498"/>
                  <a:pt x="4750004" y="59498"/>
                </a:cubicBezTo>
                <a:close/>
                <a:moveTo>
                  <a:pt x="4434445" y="59498"/>
                </a:moveTo>
                <a:cubicBezTo>
                  <a:pt x="4376943" y="59498"/>
                  <a:pt x="4330327" y="106114"/>
                  <a:pt x="4330327" y="163617"/>
                </a:cubicBezTo>
                <a:cubicBezTo>
                  <a:pt x="4330327" y="221119"/>
                  <a:pt x="4376943" y="267735"/>
                  <a:pt x="4434445" y="267735"/>
                </a:cubicBezTo>
                <a:cubicBezTo>
                  <a:pt x="4491947" y="267735"/>
                  <a:pt x="4538564" y="221119"/>
                  <a:pt x="4538564" y="163617"/>
                </a:cubicBezTo>
                <a:cubicBezTo>
                  <a:pt x="4538564" y="106114"/>
                  <a:pt x="4491947" y="59498"/>
                  <a:pt x="4434445" y="59498"/>
                </a:cubicBezTo>
                <a:close/>
                <a:moveTo>
                  <a:pt x="4118886" y="59498"/>
                </a:moveTo>
                <a:cubicBezTo>
                  <a:pt x="4061384" y="59498"/>
                  <a:pt x="4014769" y="106114"/>
                  <a:pt x="4014769" y="163617"/>
                </a:cubicBezTo>
                <a:cubicBezTo>
                  <a:pt x="4014769" y="221119"/>
                  <a:pt x="4061384" y="267735"/>
                  <a:pt x="4118886" y="267735"/>
                </a:cubicBezTo>
                <a:cubicBezTo>
                  <a:pt x="4176388" y="267735"/>
                  <a:pt x="4223004" y="221119"/>
                  <a:pt x="4223004" y="163617"/>
                </a:cubicBezTo>
                <a:cubicBezTo>
                  <a:pt x="4223004" y="106114"/>
                  <a:pt x="4176388" y="59498"/>
                  <a:pt x="4118886" y="59498"/>
                </a:cubicBezTo>
                <a:close/>
                <a:moveTo>
                  <a:pt x="3803328" y="59498"/>
                </a:moveTo>
                <a:cubicBezTo>
                  <a:pt x="3745826" y="59498"/>
                  <a:pt x="3699210" y="106114"/>
                  <a:pt x="3699210" y="163617"/>
                </a:cubicBezTo>
                <a:cubicBezTo>
                  <a:pt x="3699210" y="221119"/>
                  <a:pt x="3745826" y="267735"/>
                  <a:pt x="3803328" y="267735"/>
                </a:cubicBezTo>
                <a:cubicBezTo>
                  <a:pt x="3860830" y="267735"/>
                  <a:pt x="3907446" y="221119"/>
                  <a:pt x="3907446" y="163617"/>
                </a:cubicBezTo>
                <a:cubicBezTo>
                  <a:pt x="3907446" y="106114"/>
                  <a:pt x="3860830" y="59498"/>
                  <a:pt x="3803328" y="59498"/>
                </a:cubicBezTo>
                <a:close/>
                <a:moveTo>
                  <a:pt x="3487769" y="59498"/>
                </a:moveTo>
                <a:cubicBezTo>
                  <a:pt x="3430267" y="59498"/>
                  <a:pt x="3383651" y="106114"/>
                  <a:pt x="3383651" y="163617"/>
                </a:cubicBezTo>
                <a:cubicBezTo>
                  <a:pt x="3383651" y="221119"/>
                  <a:pt x="3430267" y="267735"/>
                  <a:pt x="3487769" y="267735"/>
                </a:cubicBezTo>
                <a:cubicBezTo>
                  <a:pt x="3545271" y="267735"/>
                  <a:pt x="3591887" y="221119"/>
                  <a:pt x="3591887" y="163617"/>
                </a:cubicBezTo>
                <a:cubicBezTo>
                  <a:pt x="3591887" y="106114"/>
                  <a:pt x="3545271" y="59498"/>
                  <a:pt x="3487769" y="59498"/>
                </a:cubicBezTo>
                <a:close/>
                <a:moveTo>
                  <a:pt x="3172211" y="59498"/>
                </a:moveTo>
                <a:cubicBezTo>
                  <a:pt x="3114709" y="59498"/>
                  <a:pt x="3068092" y="106114"/>
                  <a:pt x="3068092" y="163617"/>
                </a:cubicBezTo>
                <a:cubicBezTo>
                  <a:pt x="3068092" y="221119"/>
                  <a:pt x="3114709" y="267735"/>
                  <a:pt x="3172211" y="267735"/>
                </a:cubicBezTo>
                <a:cubicBezTo>
                  <a:pt x="3229713" y="267735"/>
                  <a:pt x="3276329" y="221119"/>
                  <a:pt x="3276329" y="163617"/>
                </a:cubicBezTo>
                <a:cubicBezTo>
                  <a:pt x="3276329" y="106114"/>
                  <a:pt x="3229713" y="59498"/>
                  <a:pt x="3172211" y="59498"/>
                </a:cubicBezTo>
                <a:close/>
                <a:moveTo>
                  <a:pt x="2856652" y="59498"/>
                </a:moveTo>
                <a:cubicBezTo>
                  <a:pt x="2799150" y="59498"/>
                  <a:pt x="2752534" y="106114"/>
                  <a:pt x="2752534" y="163617"/>
                </a:cubicBezTo>
                <a:cubicBezTo>
                  <a:pt x="2752534" y="221119"/>
                  <a:pt x="2799150" y="267735"/>
                  <a:pt x="2856652" y="267735"/>
                </a:cubicBezTo>
                <a:cubicBezTo>
                  <a:pt x="2914154" y="267735"/>
                  <a:pt x="2960770" y="221119"/>
                  <a:pt x="2960770" y="163617"/>
                </a:cubicBezTo>
                <a:cubicBezTo>
                  <a:pt x="2960770" y="106114"/>
                  <a:pt x="2914154" y="59498"/>
                  <a:pt x="2856652" y="59498"/>
                </a:cubicBezTo>
                <a:close/>
                <a:moveTo>
                  <a:pt x="2541093" y="59498"/>
                </a:moveTo>
                <a:cubicBezTo>
                  <a:pt x="2483591" y="59498"/>
                  <a:pt x="2436975" y="106114"/>
                  <a:pt x="2436975" y="163617"/>
                </a:cubicBezTo>
                <a:cubicBezTo>
                  <a:pt x="2436975" y="221119"/>
                  <a:pt x="2483591" y="267735"/>
                  <a:pt x="2541093" y="267735"/>
                </a:cubicBezTo>
                <a:cubicBezTo>
                  <a:pt x="2598595" y="267735"/>
                  <a:pt x="2645212" y="221119"/>
                  <a:pt x="2645212" y="163617"/>
                </a:cubicBezTo>
                <a:cubicBezTo>
                  <a:pt x="2645212" y="106114"/>
                  <a:pt x="2598595" y="59498"/>
                  <a:pt x="2541093" y="59498"/>
                </a:cubicBezTo>
                <a:close/>
                <a:moveTo>
                  <a:pt x="2225535" y="59498"/>
                </a:moveTo>
                <a:cubicBezTo>
                  <a:pt x="2168033" y="59498"/>
                  <a:pt x="2121417" y="106114"/>
                  <a:pt x="2121417" y="163617"/>
                </a:cubicBezTo>
                <a:cubicBezTo>
                  <a:pt x="2121417" y="221119"/>
                  <a:pt x="2168033" y="267735"/>
                  <a:pt x="2225535" y="267735"/>
                </a:cubicBezTo>
                <a:cubicBezTo>
                  <a:pt x="2283037" y="267735"/>
                  <a:pt x="2329653" y="221119"/>
                  <a:pt x="2329653" y="163617"/>
                </a:cubicBezTo>
                <a:cubicBezTo>
                  <a:pt x="2329653" y="106114"/>
                  <a:pt x="2283037" y="59498"/>
                  <a:pt x="2225535" y="59498"/>
                </a:cubicBezTo>
                <a:close/>
                <a:moveTo>
                  <a:pt x="1909976" y="59498"/>
                </a:moveTo>
                <a:cubicBezTo>
                  <a:pt x="1852474" y="59498"/>
                  <a:pt x="1805858" y="106114"/>
                  <a:pt x="1805858" y="163617"/>
                </a:cubicBezTo>
                <a:cubicBezTo>
                  <a:pt x="1805858" y="221119"/>
                  <a:pt x="1852474" y="267735"/>
                  <a:pt x="1909976" y="267735"/>
                </a:cubicBezTo>
                <a:cubicBezTo>
                  <a:pt x="1967478" y="267735"/>
                  <a:pt x="2014094" y="221119"/>
                  <a:pt x="2014094" y="163617"/>
                </a:cubicBezTo>
                <a:cubicBezTo>
                  <a:pt x="2014094" y="106114"/>
                  <a:pt x="1967478" y="59498"/>
                  <a:pt x="1909976" y="59498"/>
                </a:cubicBezTo>
                <a:close/>
                <a:moveTo>
                  <a:pt x="1594417" y="59498"/>
                </a:moveTo>
                <a:cubicBezTo>
                  <a:pt x="1536915" y="59498"/>
                  <a:pt x="1490299" y="106114"/>
                  <a:pt x="1490299" y="163617"/>
                </a:cubicBezTo>
                <a:cubicBezTo>
                  <a:pt x="1490299" y="221119"/>
                  <a:pt x="1536915" y="267735"/>
                  <a:pt x="1594417" y="267735"/>
                </a:cubicBezTo>
                <a:cubicBezTo>
                  <a:pt x="1651919" y="267735"/>
                  <a:pt x="1698536" y="221119"/>
                  <a:pt x="1698536" y="163617"/>
                </a:cubicBezTo>
                <a:cubicBezTo>
                  <a:pt x="1698536" y="106114"/>
                  <a:pt x="1651919" y="59498"/>
                  <a:pt x="1594417" y="59498"/>
                </a:cubicBezTo>
                <a:close/>
                <a:moveTo>
                  <a:pt x="1278859" y="59498"/>
                </a:moveTo>
                <a:cubicBezTo>
                  <a:pt x="1221357" y="59498"/>
                  <a:pt x="1174741" y="106114"/>
                  <a:pt x="1174741" y="163617"/>
                </a:cubicBezTo>
                <a:cubicBezTo>
                  <a:pt x="1174741" y="221119"/>
                  <a:pt x="1221357" y="267735"/>
                  <a:pt x="1278859" y="267735"/>
                </a:cubicBezTo>
                <a:cubicBezTo>
                  <a:pt x="1336361" y="267735"/>
                  <a:pt x="1382977" y="221119"/>
                  <a:pt x="1382977" y="163617"/>
                </a:cubicBezTo>
                <a:cubicBezTo>
                  <a:pt x="1382977" y="106114"/>
                  <a:pt x="1336361" y="59498"/>
                  <a:pt x="1278859" y="59498"/>
                </a:cubicBezTo>
                <a:close/>
                <a:moveTo>
                  <a:pt x="963300" y="59498"/>
                </a:moveTo>
                <a:cubicBezTo>
                  <a:pt x="905798" y="59498"/>
                  <a:pt x="859182" y="106114"/>
                  <a:pt x="859182" y="163617"/>
                </a:cubicBezTo>
                <a:cubicBezTo>
                  <a:pt x="859182" y="221119"/>
                  <a:pt x="905798" y="267735"/>
                  <a:pt x="963300" y="267735"/>
                </a:cubicBezTo>
                <a:cubicBezTo>
                  <a:pt x="1020802" y="267735"/>
                  <a:pt x="1067418" y="221119"/>
                  <a:pt x="1067418" y="163617"/>
                </a:cubicBezTo>
                <a:cubicBezTo>
                  <a:pt x="1067418" y="106114"/>
                  <a:pt x="1020802" y="59498"/>
                  <a:pt x="963300" y="59498"/>
                </a:cubicBezTo>
                <a:close/>
                <a:moveTo>
                  <a:pt x="647742" y="59498"/>
                </a:moveTo>
                <a:cubicBezTo>
                  <a:pt x="590240" y="59498"/>
                  <a:pt x="543623" y="106114"/>
                  <a:pt x="543623" y="163617"/>
                </a:cubicBezTo>
                <a:cubicBezTo>
                  <a:pt x="543623" y="221119"/>
                  <a:pt x="590240" y="267735"/>
                  <a:pt x="647742" y="267735"/>
                </a:cubicBezTo>
                <a:cubicBezTo>
                  <a:pt x="705244" y="267735"/>
                  <a:pt x="751860" y="221119"/>
                  <a:pt x="751860" y="163617"/>
                </a:cubicBezTo>
                <a:cubicBezTo>
                  <a:pt x="751860" y="106114"/>
                  <a:pt x="705244" y="59498"/>
                  <a:pt x="647742" y="59498"/>
                </a:cubicBezTo>
                <a:close/>
                <a:moveTo>
                  <a:pt x="332183" y="59498"/>
                </a:moveTo>
                <a:cubicBezTo>
                  <a:pt x="274681" y="59498"/>
                  <a:pt x="228065" y="106114"/>
                  <a:pt x="228065" y="163617"/>
                </a:cubicBezTo>
                <a:cubicBezTo>
                  <a:pt x="228065" y="221119"/>
                  <a:pt x="274681" y="267735"/>
                  <a:pt x="332183" y="267735"/>
                </a:cubicBezTo>
                <a:cubicBezTo>
                  <a:pt x="389685" y="267735"/>
                  <a:pt x="436301" y="221119"/>
                  <a:pt x="436301" y="163617"/>
                </a:cubicBezTo>
                <a:cubicBezTo>
                  <a:pt x="436301" y="106114"/>
                  <a:pt x="389685" y="59498"/>
                  <a:pt x="332183" y="59498"/>
                </a:cubicBezTo>
                <a:close/>
                <a:moveTo>
                  <a:pt x="178490" y="0"/>
                </a:moveTo>
                <a:lnTo>
                  <a:pt x="11214858" y="0"/>
                </a:lnTo>
                <a:cubicBezTo>
                  <a:pt x="11313436" y="0"/>
                  <a:pt x="11393348" y="79912"/>
                  <a:pt x="11393348" y="178490"/>
                </a:cubicBezTo>
                <a:lnTo>
                  <a:pt x="11393348" y="711784"/>
                </a:lnTo>
                <a:lnTo>
                  <a:pt x="11393348" y="1070917"/>
                </a:lnTo>
                <a:lnTo>
                  <a:pt x="11393348" y="1078080"/>
                </a:lnTo>
                <a:lnTo>
                  <a:pt x="0" y="1078080"/>
                </a:lnTo>
                <a:lnTo>
                  <a:pt x="0" y="1070917"/>
                </a:lnTo>
                <a:lnTo>
                  <a:pt x="0" y="711784"/>
                </a:lnTo>
                <a:lnTo>
                  <a:pt x="0" y="178490"/>
                </a:lnTo>
                <a:cubicBezTo>
                  <a:pt x="0" y="79912"/>
                  <a:pt x="79912" y="0"/>
                  <a:pt x="178490" y="0"/>
                </a:cubicBez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>
            <a:stCxn id="9" idx="182"/>
            <a:endCxn id="9" idx="179"/>
          </p:cNvCxnSpPr>
          <p:nvPr userDrawn="1"/>
        </p:nvCxnSpPr>
        <p:spPr>
          <a:xfrm>
            <a:off x="396847" y="1439267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396847" y="6075485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93923" y="902713"/>
            <a:ext cx="8568812" cy="529758"/>
          </a:xfrm>
        </p:spPr>
        <p:txBody>
          <a:bodyPr>
            <a:normAutofit/>
          </a:bodyPr>
          <a:lstStyle>
            <a:lvl1pPr algn="ctr">
              <a:defRPr sz="3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5" cstate="print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19" y="752270"/>
            <a:ext cx="829158" cy="829158"/>
          </a:xfrm>
          <a:prstGeom prst="rect">
            <a:avLst/>
          </a:prstGeom>
        </p:spPr>
      </p:pic>
      <p:sp>
        <p:nvSpPr>
          <p:cNvPr id="16" name="文本框 15"/>
          <p:cNvSpPr txBox="1"/>
          <p:nvPr userDrawn="1"/>
        </p:nvSpPr>
        <p:spPr>
          <a:xfrm>
            <a:off x="1152540" y="856388"/>
            <a:ext cx="2428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kern="100" dirty="0">
                <a:solidFill>
                  <a:prstClr val="black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方法技巧</a:t>
            </a:r>
            <a:endParaRPr lang="zh-CN" altLang="en-US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888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定向例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1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同侧圆角矩形 6"/>
          <p:cNvSpPr/>
          <p:nvPr userDrawn="1"/>
        </p:nvSpPr>
        <p:spPr>
          <a:xfrm flipV="1">
            <a:off x="396847" y="5599722"/>
            <a:ext cx="11393348" cy="773439"/>
          </a:xfrm>
          <a:prstGeom prst="round2Same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96847" y="1446468"/>
            <a:ext cx="11393348" cy="4629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396847" y="368350"/>
            <a:ext cx="11393348" cy="1078080"/>
          </a:xfrm>
          <a:custGeom>
            <a:avLst/>
            <a:gdLst>
              <a:gd name="connsiteX0" fmla="*/ 11061165 w 11393348"/>
              <a:gd name="connsiteY0" fmla="*/ 59498 h 1078080"/>
              <a:gd name="connsiteX1" fmla="*/ 10957047 w 11393348"/>
              <a:gd name="connsiteY1" fmla="*/ 163617 h 1078080"/>
              <a:gd name="connsiteX2" fmla="*/ 11061165 w 11393348"/>
              <a:gd name="connsiteY2" fmla="*/ 267735 h 1078080"/>
              <a:gd name="connsiteX3" fmla="*/ 11165283 w 11393348"/>
              <a:gd name="connsiteY3" fmla="*/ 163617 h 1078080"/>
              <a:gd name="connsiteX4" fmla="*/ 11061165 w 11393348"/>
              <a:gd name="connsiteY4" fmla="*/ 59498 h 1078080"/>
              <a:gd name="connsiteX5" fmla="*/ 10745617 w 11393348"/>
              <a:gd name="connsiteY5" fmla="*/ 59498 h 1078080"/>
              <a:gd name="connsiteX6" fmla="*/ 10641499 w 11393348"/>
              <a:gd name="connsiteY6" fmla="*/ 163617 h 1078080"/>
              <a:gd name="connsiteX7" fmla="*/ 10745617 w 11393348"/>
              <a:gd name="connsiteY7" fmla="*/ 267735 h 1078080"/>
              <a:gd name="connsiteX8" fmla="*/ 10849735 w 11393348"/>
              <a:gd name="connsiteY8" fmla="*/ 163617 h 1078080"/>
              <a:gd name="connsiteX9" fmla="*/ 10745617 w 11393348"/>
              <a:gd name="connsiteY9" fmla="*/ 59498 h 1078080"/>
              <a:gd name="connsiteX10" fmla="*/ 10430058 w 11393348"/>
              <a:gd name="connsiteY10" fmla="*/ 59498 h 1078080"/>
              <a:gd name="connsiteX11" fmla="*/ 10325940 w 11393348"/>
              <a:gd name="connsiteY11" fmla="*/ 163617 h 1078080"/>
              <a:gd name="connsiteX12" fmla="*/ 10430058 w 11393348"/>
              <a:gd name="connsiteY12" fmla="*/ 267735 h 1078080"/>
              <a:gd name="connsiteX13" fmla="*/ 10534176 w 11393348"/>
              <a:gd name="connsiteY13" fmla="*/ 163617 h 1078080"/>
              <a:gd name="connsiteX14" fmla="*/ 10430058 w 11393348"/>
              <a:gd name="connsiteY14" fmla="*/ 59498 h 1078080"/>
              <a:gd name="connsiteX15" fmla="*/ 10114500 w 11393348"/>
              <a:gd name="connsiteY15" fmla="*/ 59498 h 1078080"/>
              <a:gd name="connsiteX16" fmla="*/ 10010381 w 11393348"/>
              <a:gd name="connsiteY16" fmla="*/ 163617 h 1078080"/>
              <a:gd name="connsiteX17" fmla="*/ 10114500 w 11393348"/>
              <a:gd name="connsiteY17" fmla="*/ 267735 h 1078080"/>
              <a:gd name="connsiteX18" fmla="*/ 10218618 w 11393348"/>
              <a:gd name="connsiteY18" fmla="*/ 163617 h 1078080"/>
              <a:gd name="connsiteX19" fmla="*/ 10114500 w 11393348"/>
              <a:gd name="connsiteY19" fmla="*/ 59498 h 1078080"/>
              <a:gd name="connsiteX20" fmla="*/ 9798941 w 11393348"/>
              <a:gd name="connsiteY20" fmla="*/ 59498 h 1078080"/>
              <a:gd name="connsiteX21" fmla="*/ 9694823 w 11393348"/>
              <a:gd name="connsiteY21" fmla="*/ 163617 h 1078080"/>
              <a:gd name="connsiteX22" fmla="*/ 9798941 w 11393348"/>
              <a:gd name="connsiteY22" fmla="*/ 267735 h 1078080"/>
              <a:gd name="connsiteX23" fmla="*/ 9903059 w 11393348"/>
              <a:gd name="connsiteY23" fmla="*/ 163617 h 1078080"/>
              <a:gd name="connsiteX24" fmla="*/ 9798941 w 11393348"/>
              <a:gd name="connsiteY24" fmla="*/ 59498 h 1078080"/>
              <a:gd name="connsiteX25" fmla="*/ 9483382 w 11393348"/>
              <a:gd name="connsiteY25" fmla="*/ 59498 h 1078080"/>
              <a:gd name="connsiteX26" fmla="*/ 9379264 w 11393348"/>
              <a:gd name="connsiteY26" fmla="*/ 163617 h 1078080"/>
              <a:gd name="connsiteX27" fmla="*/ 9483382 w 11393348"/>
              <a:gd name="connsiteY27" fmla="*/ 267735 h 1078080"/>
              <a:gd name="connsiteX28" fmla="*/ 9587501 w 11393348"/>
              <a:gd name="connsiteY28" fmla="*/ 163617 h 1078080"/>
              <a:gd name="connsiteX29" fmla="*/ 9483382 w 11393348"/>
              <a:gd name="connsiteY29" fmla="*/ 59498 h 1078080"/>
              <a:gd name="connsiteX30" fmla="*/ 9167824 w 11393348"/>
              <a:gd name="connsiteY30" fmla="*/ 59498 h 1078080"/>
              <a:gd name="connsiteX31" fmla="*/ 9063706 w 11393348"/>
              <a:gd name="connsiteY31" fmla="*/ 163617 h 1078080"/>
              <a:gd name="connsiteX32" fmla="*/ 9167824 w 11393348"/>
              <a:gd name="connsiteY32" fmla="*/ 267735 h 1078080"/>
              <a:gd name="connsiteX33" fmla="*/ 9271942 w 11393348"/>
              <a:gd name="connsiteY33" fmla="*/ 163617 h 1078080"/>
              <a:gd name="connsiteX34" fmla="*/ 9167824 w 11393348"/>
              <a:gd name="connsiteY34" fmla="*/ 59498 h 1078080"/>
              <a:gd name="connsiteX35" fmla="*/ 8852265 w 11393348"/>
              <a:gd name="connsiteY35" fmla="*/ 59498 h 1078080"/>
              <a:gd name="connsiteX36" fmla="*/ 8748147 w 11393348"/>
              <a:gd name="connsiteY36" fmla="*/ 163617 h 1078080"/>
              <a:gd name="connsiteX37" fmla="*/ 8852265 w 11393348"/>
              <a:gd name="connsiteY37" fmla="*/ 267735 h 1078080"/>
              <a:gd name="connsiteX38" fmla="*/ 8956383 w 11393348"/>
              <a:gd name="connsiteY38" fmla="*/ 163617 h 1078080"/>
              <a:gd name="connsiteX39" fmla="*/ 8852265 w 11393348"/>
              <a:gd name="connsiteY39" fmla="*/ 59498 h 1078080"/>
              <a:gd name="connsiteX40" fmla="*/ 8536707 w 11393348"/>
              <a:gd name="connsiteY40" fmla="*/ 59498 h 1078080"/>
              <a:gd name="connsiteX41" fmla="*/ 8432588 w 11393348"/>
              <a:gd name="connsiteY41" fmla="*/ 163617 h 1078080"/>
              <a:gd name="connsiteX42" fmla="*/ 8536707 w 11393348"/>
              <a:gd name="connsiteY42" fmla="*/ 267735 h 1078080"/>
              <a:gd name="connsiteX43" fmla="*/ 8640825 w 11393348"/>
              <a:gd name="connsiteY43" fmla="*/ 163617 h 1078080"/>
              <a:gd name="connsiteX44" fmla="*/ 8536707 w 11393348"/>
              <a:gd name="connsiteY44" fmla="*/ 59498 h 1078080"/>
              <a:gd name="connsiteX45" fmla="*/ 8221148 w 11393348"/>
              <a:gd name="connsiteY45" fmla="*/ 59498 h 1078080"/>
              <a:gd name="connsiteX46" fmla="*/ 8117029 w 11393348"/>
              <a:gd name="connsiteY46" fmla="*/ 163617 h 1078080"/>
              <a:gd name="connsiteX47" fmla="*/ 8221148 w 11393348"/>
              <a:gd name="connsiteY47" fmla="*/ 267735 h 1078080"/>
              <a:gd name="connsiteX48" fmla="*/ 8325266 w 11393348"/>
              <a:gd name="connsiteY48" fmla="*/ 163617 h 1078080"/>
              <a:gd name="connsiteX49" fmla="*/ 8221148 w 11393348"/>
              <a:gd name="connsiteY49" fmla="*/ 59498 h 1078080"/>
              <a:gd name="connsiteX50" fmla="*/ 7905590 w 11393348"/>
              <a:gd name="connsiteY50" fmla="*/ 59498 h 1078080"/>
              <a:gd name="connsiteX51" fmla="*/ 7801471 w 11393348"/>
              <a:gd name="connsiteY51" fmla="*/ 163617 h 1078080"/>
              <a:gd name="connsiteX52" fmla="*/ 7905590 w 11393348"/>
              <a:gd name="connsiteY52" fmla="*/ 267735 h 1078080"/>
              <a:gd name="connsiteX53" fmla="*/ 8009707 w 11393348"/>
              <a:gd name="connsiteY53" fmla="*/ 163617 h 1078080"/>
              <a:gd name="connsiteX54" fmla="*/ 7905590 w 11393348"/>
              <a:gd name="connsiteY54" fmla="*/ 59498 h 1078080"/>
              <a:gd name="connsiteX55" fmla="*/ 7590031 w 11393348"/>
              <a:gd name="connsiteY55" fmla="*/ 59498 h 1078080"/>
              <a:gd name="connsiteX56" fmla="*/ 7485913 w 11393348"/>
              <a:gd name="connsiteY56" fmla="*/ 163617 h 1078080"/>
              <a:gd name="connsiteX57" fmla="*/ 7590031 w 11393348"/>
              <a:gd name="connsiteY57" fmla="*/ 267735 h 1078080"/>
              <a:gd name="connsiteX58" fmla="*/ 7694149 w 11393348"/>
              <a:gd name="connsiteY58" fmla="*/ 163617 h 1078080"/>
              <a:gd name="connsiteX59" fmla="*/ 7590031 w 11393348"/>
              <a:gd name="connsiteY59" fmla="*/ 59498 h 1078080"/>
              <a:gd name="connsiteX60" fmla="*/ 7274472 w 11393348"/>
              <a:gd name="connsiteY60" fmla="*/ 59498 h 1078080"/>
              <a:gd name="connsiteX61" fmla="*/ 7170354 w 11393348"/>
              <a:gd name="connsiteY61" fmla="*/ 163617 h 1078080"/>
              <a:gd name="connsiteX62" fmla="*/ 7274472 w 11393348"/>
              <a:gd name="connsiteY62" fmla="*/ 267735 h 1078080"/>
              <a:gd name="connsiteX63" fmla="*/ 7378591 w 11393348"/>
              <a:gd name="connsiteY63" fmla="*/ 163617 h 1078080"/>
              <a:gd name="connsiteX64" fmla="*/ 7274472 w 11393348"/>
              <a:gd name="connsiteY64" fmla="*/ 59498 h 1078080"/>
              <a:gd name="connsiteX65" fmla="*/ 6958914 w 11393348"/>
              <a:gd name="connsiteY65" fmla="*/ 59498 h 1078080"/>
              <a:gd name="connsiteX66" fmla="*/ 6854796 w 11393348"/>
              <a:gd name="connsiteY66" fmla="*/ 163617 h 1078080"/>
              <a:gd name="connsiteX67" fmla="*/ 6958914 w 11393348"/>
              <a:gd name="connsiteY67" fmla="*/ 267735 h 1078080"/>
              <a:gd name="connsiteX68" fmla="*/ 7063032 w 11393348"/>
              <a:gd name="connsiteY68" fmla="*/ 163617 h 1078080"/>
              <a:gd name="connsiteX69" fmla="*/ 6958914 w 11393348"/>
              <a:gd name="connsiteY69" fmla="*/ 59498 h 1078080"/>
              <a:gd name="connsiteX70" fmla="*/ 6643355 w 11393348"/>
              <a:gd name="connsiteY70" fmla="*/ 59498 h 1078080"/>
              <a:gd name="connsiteX71" fmla="*/ 6539237 w 11393348"/>
              <a:gd name="connsiteY71" fmla="*/ 163617 h 1078080"/>
              <a:gd name="connsiteX72" fmla="*/ 6643355 w 11393348"/>
              <a:gd name="connsiteY72" fmla="*/ 267735 h 1078080"/>
              <a:gd name="connsiteX73" fmla="*/ 6747473 w 11393348"/>
              <a:gd name="connsiteY73" fmla="*/ 163617 h 1078080"/>
              <a:gd name="connsiteX74" fmla="*/ 6643355 w 11393348"/>
              <a:gd name="connsiteY74" fmla="*/ 59498 h 1078080"/>
              <a:gd name="connsiteX75" fmla="*/ 6327797 w 11393348"/>
              <a:gd name="connsiteY75" fmla="*/ 59498 h 1078080"/>
              <a:gd name="connsiteX76" fmla="*/ 6223678 w 11393348"/>
              <a:gd name="connsiteY76" fmla="*/ 163617 h 1078080"/>
              <a:gd name="connsiteX77" fmla="*/ 6327797 w 11393348"/>
              <a:gd name="connsiteY77" fmla="*/ 267735 h 1078080"/>
              <a:gd name="connsiteX78" fmla="*/ 6431915 w 11393348"/>
              <a:gd name="connsiteY78" fmla="*/ 163617 h 1078080"/>
              <a:gd name="connsiteX79" fmla="*/ 6327797 w 11393348"/>
              <a:gd name="connsiteY79" fmla="*/ 59498 h 1078080"/>
              <a:gd name="connsiteX80" fmla="*/ 6012238 w 11393348"/>
              <a:gd name="connsiteY80" fmla="*/ 59498 h 1078080"/>
              <a:gd name="connsiteX81" fmla="*/ 5908120 w 11393348"/>
              <a:gd name="connsiteY81" fmla="*/ 163617 h 1078080"/>
              <a:gd name="connsiteX82" fmla="*/ 6012238 w 11393348"/>
              <a:gd name="connsiteY82" fmla="*/ 267735 h 1078080"/>
              <a:gd name="connsiteX83" fmla="*/ 6116356 w 11393348"/>
              <a:gd name="connsiteY83" fmla="*/ 163617 h 1078080"/>
              <a:gd name="connsiteX84" fmla="*/ 6012238 w 11393348"/>
              <a:gd name="connsiteY84" fmla="*/ 59498 h 1078080"/>
              <a:gd name="connsiteX85" fmla="*/ 5696680 w 11393348"/>
              <a:gd name="connsiteY85" fmla="*/ 59498 h 1078080"/>
              <a:gd name="connsiteX86" fmla="*/ 5592561 w 11393348"/>
              <a:gd name="connsiteY86" fmla="*/ 163617 h 1078080"/>
              <a:gd name="connsiteX87" fmla="*/ 5696680 w 11393348"/>
              <a:gd name="connsiteY87" fmla="*/ 267735 h 1078080"/>
              <a:gd name="connsiteX88" fmla="*/ 5800798 w 11393348"/>
              <a:gd name="connsiteY88" fmla="*/ 163617 h 1078080"/>
              <a:gd name="connsiteX89" fmla="*/ 5696680 w 11393348"/>
              <a:gd name="connsiteY89" fmla="*/ 59498 h 1078080"/>
              <a:gd name="connsiteX90" fmla="*/ 5381121 w 11393348"/>
              <a:gd name="connsiteY90" fmla="*/ 59498 h 1078080"/>
              <a:gd name="connsiteX91" fmla="*/ 5277003 w 11393348"/>
              <a:gd name="connsiteY91" fmla="*/ 163617 h 1078080"/>
              <a:gd name="connsiteX92" fmla="*/ 5381121 w 11393348"/>
              <a:gd name="connsiteY92" fmla="*/ 267735 h 1078080"/>
              <a:gd name="connsiteX93" fmla="*/ 5485239 w 11393348"/>
              <a:gd name="connsiteY93" fmla="*/ 163617 h 1078080"/>
              <a:gd name="connsiteX94" fmla="*/ 5381121 w 11393348"/>
              <a:gd name="connsiteY94" fmla="*/ 59498 h 1078080"/>
              <a:gd name="connsiteX95" fmla="*/ 5065562 w 11393348"/>
              <a:gd name="connsiteY95" fmla="*/ 59498 h 1078080"/>
              <a:gd name="connsiteX96" fmla="*/ 4961444 w 11393348"/>
              <a:gd name="connsiteY96" fmla="*/ 163617 h 1078080"/>
              <a:gd name="connsiteX97" fmla="*/ 5065562 w 11393348"/>
              <a:gd name="connsiteY97" fmla="*/ 267735 h 1078080"/>
              <a:gd name="connsiteX98" fmla="*/ 5169680 w 11393348"/>
              <a:gd name="connsiteY98" fmla="*/ 163617 h 1078080"/>
              <a:gd name="connsiteX99" fmla="*/ 5065562 w 11393348"/>
              <a:gd name="connsiteY99" fmla="*/ 59498 h 1078080"/>
              <a:gd name="connsiteX100" fmla="*/ 4750004 w 11393348"/>
              <a:gd name="connsiteY100" fmla="*/ 59498 h 1078080"/>
              <a:gd name="connsiteX101" fmla="*/ 4645885 w 11393348"/>
              <a:gd name="connsiteY101" fmla="*/ 163617 h 1078080"/>
              <a:gd name="connsiteX102" fmla="*/ 4750004 w 11393348"/>
              <a:gd name="connsiteY102" fmla="*/ 267735 h 1078080"/>
              <a:gd name="connsiteX103" fmla="*/ 4854122 w 11393348"/>
              <a:gd name="connsiteY103" fmla="*/ 163617 h 1078080"/>
              <a:gd name="connsiteX104" fmla="*/ 4750004 w 11393348"/>
              <a:gd name="connsiteY104" fmla="*/ 59498 h 1078080"/>
              <a:gd name="connsiteX105" fmla="*/ 4434445 w 11393348"/>
              <a:gd name="connsiteY105" fmla="*/ 59498 h 1078080"/>
              <a:gd name="connsiteX106" fmla="*/ 4330327 w 11393348"/>
              <a:gd name="connsiteY106" fmla="*/ 163617 h 1078080"/>
              <a:gd name="connsiteX107" fmla="*/ 4434445 w 11393348"/>
              <a:gd name="connsiteY107" fmla="*/ 267735 h 1078080"/>
              <a:gd name="connsiteX108" fmla="*/ 4538564 w 11393348"/>
              <a:gd name="connsiteY108" fmla="*/ 163617 h 1078080"/>
              <a:gd name="connsiteX109" fmla="*/ 4434445 w 11393348"/>
              <a:gd name="connsiteY109" fmla="*/ 59498 h 1078080"/>
              <a:gd name="connsiteX110" fmla="*/ 4118886 w 11393348"/>
              <a:gd name="connsiteY110" fmla="*/ 59498 h 1078080"/>
              <a:gd name="connsiteX111" fmla="*/ 4014769 w 11393348"/>
              <a:gd name="connsiteY111" fmla="*/ 163617 h 1078080"/>
              <a:gd name="connsiteX112" fmla="*/ 4118886 w 11393348"/>
              <a:gd name="connsiteY112" fmla="*/ 267735 h 1078080"/>
              <a:gd name="connsiteX113" fmla="*/ 4223004 w 11393348"/>
              <a:gd name="connsiteY113" fmla="*/ 163617 h 1078080"/>
              <a:gd name="connsiteX114" fmla="*/ 4118886 w 11393348"/>
              <a:gd name="connsiteY114" fmla="*/ 59498 h 1078080"/>
              <a:gd name="connsiteX115" fmla="*/ 3803328 w 11393348"/>
              <a:gd name="connsiteY115" fmla="*/ 59498 h 1078080"/>
              <a:gd name="connsiteX116" fmla="*/ 3699210 w 11393348"/>
              <a:gd name="connsiteY116" fmla="*/ 163617 h 1078080"/>
              <a:gd name="connsiteX117" fmla="*/ 3803328 w 11393348"/>
              <a:gd name="connsiteY117" fmla="*/ 267735 h 1078080"/>
              <a:gd name="connsiteX118" fmla="*/ 3907446 w 11393348"/>
              <a:gd name="connsiteY118" fmla="*/ 163617 h 1078080"/>
              <a:gd name="connsiteX119" fmla="*/ 3803328 w 11393348"/>
              <a:gd name="connsiteY119" fmla="*/ 59498 h 1078080"/>
              <a:gd name="connsiteX120" fmla="*/ 3487769 w 11393348"/>
              <a:gd name="connsiteY120" fmla="*/ 59498 h 1078080"/>
              <a:gd name="connsiteX121" fmla="*/ 3383651 w 11393348"/>
              <a:gd name="connsiteY121" fmla="*/ 163617 h 1078080"/>
              <a:gd name="connsiteX122" fmla="*/ 3487769 w 11393348"/>
              <a:gd name="connsiteY122" fmla="*/ 267735 h 1078080"/>
              <a:gd name="connsiteX123" fmla="*/ 3591887 w 11393348"/>
              <a:gd name="connsiteY123" fmla="*/ 163617 h 1078080"/>
              <a:gd name="connsiteX124" fmla="*/ 3487769 w 11393348"/>
              <a:gd name="connsiteY124" fmla="*/ 59498 h 1078080"/>
              <a:gd name="connsiteX125" fmla="*/ 3172211 w 11393348"/>
              <a:gd name="connsiteY125" fmla="*/ 59498 h 1078080"/>
              <a:gd name="connsiteX126" fmla="*/ 3068092 w 11393348"/>
              <a:gd name="connsiteY126" fmla="*/ 163617 h 1078080"/>
              <a:gd name="connsiteX127" fmla="*/ 3172211 w 11393348"/>
              <a:gd name="connsiteY127" fmla="*/ 267735 h 1078080"/>
              <a:gd name="connsiteX128" fmla="*/ 3276329 w 11393348"/>
              <a:gd name="connsiteY128" fmla="*/ 163617 h 1078080"/>
              <a:gd name="connsiteX129" fmla="*/ 3172211 w 11393348"/>
              <a:gd name="connsiteY129" fmla="*/ 59498 h 1078080"/>
              <a:gd name="connsiteX130" fmla="*/ 2856652 w 11393348"/>
              <a:gd name="connsiteY130" fmla="*/ 59498 h 1078080"/>
              <a:gd name="connsiteX131" fmla="*/ 2752534 w 11393348"/>
              <a:gd name="connsiteY131" fmla="*/ 163617 h 1078080"/>
              <a:gd name="connsiteX132" fmla="*/ 2856652 w 11393348"/>
              <a:gd name="connsiteY132" fmla="*/ 267735 h 1078080"/>
              <a:gd name="connsiteX133" fmla="*/ 2960770 w 11393348"/>
              <a:gd name="connsiteY133" fmla="*/ 163617 h 1078080"/>
              <a:gd name="connsiteX134" fmla="*/ 2856652 w 11393348"/>
              <a:gd name="connsiteY134" fmla="*/ 59498 h 1078080"/>
              <a:gd name="connsiteX135" fmla="*/ 2541093 w 11393348"/>
              <a:gd name="connsiteY135" fmla="*/ 59498 h 1078080"/>
              <a:gd name="connsiteX136" fmla="*/ 2436975 w 11393348"/>
              <a:gd name="connsiteY136" fmla="*/ 163617 h 1078080"/>
              <a:gd name="connsiteX137" fmla="*/ 2541093 w 11393348"/>
              <a:gd name="connsiteY137" fmla="*/ 267735 h 1078080"/>
              <a:gd name="connsiteX138" fmla="*/ 2645212 w 11393348"/>
              <a:gd name="connsiteY138" fmla="*/ 163617 h 1078080"/>
              <a:gd name="connsiteX139" fmla="*/ 2541093 w 11393348"/>
              <a:gd name="connsiteY139" fmla="*/ 59498 h 1078080"/>
              <a:gd name="connsiteX140" fmla="*/ 2225535 w 11393348"/>
              <a:gd name="connsiteY140" fmla="*/ 59498 h 1078080"/>
              <a:gd name="connsiteX141" fmla="*/ 2121417 w 11393348"/>
              <a:gd name="connsiteY141" fmla="*/ 163617 h 1078080"/>
              <a:gd name="connsiteX142" fmla="*/ 2225535 w 11393348"/>
              <a:gd name="connsiteY142" fmla="*/ 267735 h 1078080"/>
              <a:gd name="connsiteX143" fmla="*/ 2329653 w 11393348"/>
              <a:gd name="connsiteY143" fmla="*/ 163617 h 1078080"/>
              <a:gd name="connsiteX144" fmla="*/ 2225535 w 11393348"/>
              <a:gd name="connsiteY144" fmla="*/ 59498 h 1078080"/>
              <a:gd name="connsiteX145" fmla="*/ 1909976 w 11393348"/>
              <a:gd name="connsiteY145" fmla="*/ 59498 h 1078080"/>
              <a:gd name="connsiteX146" fmla="*/ 1805858 w 11393348"/>
              <a:gd name="connsiteY146" fmla="*/ 163617 h 1078080"/>
              <a:gd name="connsiteX147" fmla="*/ 1909976 w 11393348"/>
              <a:gd name="connsiteY147" fmla="*/ 267735 h 1078080"/>
              <a:gd name="connsiteX148" fmla="*/ 2014094 w 11393348"/>
              <a:gd name="connsiteY148" fmla="*/ 163617 h 1078080"/>
              <a:gd name="connsiteX149" fmla="*/ 1909976 w 11393348"/>
              <a:gd name="connsiteY149" fmla="*/ 59498 h 1078080"/>
              <a:gd name="connsiteX150" fmla="*/ 1594417 w 11393348"/>
              <a:gd name="connsiteY150" fmla="*/ 59498 h 1078080"/>
              <a:gd name="connsiteX151" fmla="*/ 1490299 w 11393348"/>
              <a:gd name="connsiteY151" fmla="*/ 163617 h 1078080"/>
              <a:gd name="connsiteX152" fmla="*/ 1594417 w 11393348"/>
              <a:gd name="connsiteY152" fmla="*/ 267735 h 1078080"/>
              <a:gd name="connsiteX153" fmla="*/ 1698536 w 11393348"/>
              <a:gd name="connsiteY153" fmla="*/ 163617 h 1078080"/>
              <a:gd name="connsiteX154" fmla="*/ 1594417 w 11393348"/>
              <a:gd name="connsiteY154" fmla="*/ 59498 h 1078080"/>
              <a:gd name="connsiteX155" fmla="*/ 1278859 w 11393348"/>
              <a:gd name="connsiteY155" fmla="*/ 59498 h 1078080"/>
              <a:gd name="connsiteX156" fmla="*/ 1174741 w 11393348"/>
              <a:gd name="connsiteY156" fmla="*/ 163617 h 1078080"/>
              <a:gd name="connsiteX157" fmla="*/ 1278859 w 11393348"/>
              <a:gd name="connsiteY157" fmla="*/ 267735 h 1078080"/>
              <a:gd name="connsiteX158" fmla="*/ 1382977 w 11393348"/>
              <a:gd name="connsiteY158" fmla="*/ 163617 h 1078080"/>
              <a:gd name="connsiteX159" fmla="*/ 1278859 w 11393348"/>
              <a:gd name="connsiteY159" fmla="*/ 59498 h 1078080"/>
              <a:gd name="connsiteX160" fmla="*/ 963300 w 11393348"/>
              <a:gd name="connsiteY160" fmla="*/ 59498 h 1078080"/>
              <a:gd name="connsiteX161" fmla="*/ 859182 w 11393348"/>
              <a:gd name="connsiteY161" fmla="*/ 163617 h 1078080"/>
              <a:gd name="connsiteX162" fmla="*/ 963300 w 11393348"/>
              <a:gd name="connsiteY162" fmla="*/ 267735 h 1078080"/>
              <a:gd name="connsiteX163" fmla="*/ 1067418 w 11393348"/>
              <a:gd name="connsiteY163" fmla="*/ 163617 h 1078080"/>
              <a:gd name="connsiteX164" fmla="*/ 963300 w 11393348"/>
              <a:gd name="connsiteY164" fmla="*/ 59498 h 1078080"/>
              <a:gd name="connsiteX165" fmla="*/ 647742 w 11393348"/>
              <a:gd name="connsiteY165" fmla="*/ 59498 h 1078080"/>
              <a:gd name="connsiteX166" fmla="*/ 543623 w 11393348"/>
              <a:gd name="connsiteY166" fmla="*/ 163617 h 1078080"/>
              <a:gd name="connsiteX167" fmla="*/ 647742 w 11393348"/>
              <a:gd name="connsiteY167" fmla="*/ 267735 h 1078080"/>
              <a:gd name="connsiteX168" fmla="*/ 751860 w 11393348"/>
              <a:gd name="connsiteY168" fmla="*/ 163617 h 1078080"/>
              <a:gd name="connsiteX169" fmla="*/ 647742 w 11393348"/>
              <a:gd name="connsiteY169" fmla="*/ 59498 h 1078080"/>
              <a:gd name="connsiteX170" fmla="*/ 332183 w 11393348"/>
              <a:gd name="connsiteY170" fmla="*/ 59498 h 1078080"/>
              <a:gd name="connsiteX171" fmla="*/ 228065 w 11393348"/>
              <a:gd name="connsiteY171" fmla="*/ 163617 h 1078080"/>
              <a:gd name="connsiteX172" fmla="*/ 332183 w 11393348"/>
              <a:gd name="connsiteY172" fmla="*/ 267735 h 1078080"/>
              <a:gd name="connsiteX173" fmla="*/ 436301 w 11393348"/>
              <a:gd name="connsiteY173" fmla="*/ 163617 h 1078080"/>
              <a:gd name="connsiteX174" fmla="*/ 332183 w 11393348"/>
              <a:gd name="connsiteY174" fmla="*/ 59498 h 1078080"/>
              <a:gd name="connsiteX175" fmla="*/ 178490 w 11393348"/>
              <a:gd name="connsiteY175" fmla="*/ 0 h 1078080"/>
              <a:gd name="connsiteX176" fmla="*/ 11214858 w 11393348"/>
              <a:gd name="connsiteY176" fmla="*/ 0 h 1078080"/>
              <a:gd name="connsiteX177" fmla="*/ 11393348 w 11393348"/>
              <a:gd name="connsiteY177" fmla="*/ 178490 h 1078080"/>
              <a:gd name="connsiteX178" fmla="*/ 11393348 w 11393348"/>
              <a:gd name="connsiteY178" fmla="*/ 711784 h 1078080"/>
              <a:gd name="connsiteX179" fmla="*/ 11393348 w 11393348"/>
              <a:gd name="connsiteY179" fmla="*/ 1070917 h 1078080"/>
              <a:gd name="connsiteX180" fmla="*/ 11393348 w 11393348"/>
              <a:gd name="connsiteY180" fmla="*/ 1078080 h 1078080"/>
              <a:gd name="connsiteX181" fmla="*/ 0 w 11393348"/>
              <a:gd name="connsiteY181" fmla="*/ 1078080 h 1078080"/>
              <a:gd name="connsiteX182" fmla="*/ 0 w 11393348"/>
              <a:gd name="connsiteY182" fmla="*/ 1070917 h 1078080"/>
              <a:gd name="connsiteX183" fmla="*/ 0 w 11393348"/>
              <a:gd name="connsiteY183" fmla="*/ 711784 h 1078080"/>
              <a:gd name="connsiteX184" fmla="*/ 0 w 11393348"/>
              <a:gd name="connsiteY184" fmla="*/ 178490 h 1078080"/>
              <a:gd name="connsiteX185" fmla="*/ 178490 w 11393348"/>
              <a:gd name="connsiteY185" fmla="*/ 0 h 107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1393348" h="1078080">
                <a:moveTo>
                  <a:pt x="11061165" y="59498"/>
                </a:moveTo>
                <a:cubicBezTo>
                  <a:pt x="11003663" y="59498"/>
                  <a:pt x="10957047" y="106114"/>
                  <a:pt x="10957047" y="163617"/>
                </a:cubicBezTo>
                <a:cubicBezTo>
                  <a:pt x="10957047" y="221119"/>
                  <a:pt x="11003663" y="267735"/>
                  <a:pt x="11061165" y="267735"/>
                </a:cubicBezTo>
                <a:cubicBezTo>
                  <a:pt x="11118667" y="267735"/>
                  <a:pt x="11165283" y="221119"/>
                  <a:pt x="11165283" y="163617"/>
                </a:cubicBezTo>
                <a:cubicBezTo>
                  <a:pt x="11165283" y="106114"/>
                  <a:pt x="11118667" y="59498"/>
                  <a:pt x="11061165" y="59498"/>
                </a:cubicBezTo>
                <a:close/>
                <a:moveTo>
                  <a:pt x="10745617" y="59498"/>
                </a:moveTo>
                <a:cubicBezTo>
                  <a:pt x="10688115" y="59498"/>
                  <a:pt x="10641499" y="106114"/>
                  <a:pt x="10641499" y="163617"/>
                </a:cubicBezTo>
                <a:cubicBezTo>
                  <a:pt x="10641499" y="221119"/>
                  <a:pt x="10688115" y="267735"/>
                  <a:pt x="10745617" y="267735"/>
                </a:cubicBezTo>
                <a:cubicBezTo>
                  <a:pt x="10803119" y="267735"/>
                  <a:pt x="10849735" y="221119"/>
                  <a:pt x="10849735" y="163617"/>
                </a:cubicBezTo>
                <a:cubicBezTo>
                  <a:pt x="10849735" y="106114"/>
                  <a:pt x="10803119" y="59498"/>
                  <a:pt x="10745617" y="59498"/>
                </a:cubicBezTo>
                <a:close/>
                <a:moveTo>
                  <a:pt x="10430058" y="59498"/>
                </a:moveTo>
                <a:cubicBezTo>
                  <a:pt x="10372556" y="59498"/>
                  <a:pt x="10325940" y="106114"/>
                  <a:pt x="10325940" y="163617"/>
                </a:cubicBezTo>
                <a:cubicBezTo>
                  <a:pt x="10325940" y="221119"/>
                  <a:pt x="10372556" y="267735"/>
                  <a:pt x="10430058" y="267735"/>
                </a:cubicBezTo>
                <a:cubicBezTo>
                  <a:pt x="10487560" y="267735"/>
                  <a:pt x="10534176" y="221119"/>
                  <a:pt x="10534176" y="163617"/>
                </a:cubicBezTo>
                <a:cubicBezTo>
                  <a:pt x="10534176" y="106114"/>
                  <a:pt x="10487560" y="59498"/>
                  <a:pt x="10430058" y="59498"/>
                </a:cubicBezTo>
                <a:close/>
                <a:moveTo>
                  <a:pt x="10114500" y="59498"/>
                </a:moveTo>
                <a:cubicBezTo>
                  <a:pt x="10056997" y="59498"/>
                  <a:pt x="10010381" y="106114"/>
                  <a:pt x="10010381" y="163617"/>
                </a:cubicBezTo>
                <a:cubicBezTo>
                  <a:pt x="10010381" y="221119"/>
                  <a:pt x="10056997" y="267735"/>
                  <a:pt x="10114500" y="267735"/>
                </a:cubicBezTo>
                <a:cubicBezTo>
                  <a:pt x="10172002" y="267735"/>
                  <a:pt x="10218618" y="221119"/>
                  <a:pt x="10218618" y="163617"/>
                </a:cubicBezTo>
                <a:cubicBezTo>
                  <a:pt x="10218618" y="106114"/>
                  <a:pt x="10172002" y="59498"/>
                  <a:pt x="10114500" y="59498"/>
                </a:cubicBezTo>
                <a:close/>
                <a:moveTo>
                  <a:pt x="9798941" y="59498"/>
                </a:moveTo>
                <a:cubicBezTo>
                  <a:pt x="9741439" y="59498"/>
                  <a:pt x="9694823" y="106114"/>
                  <a:pt x="9694823" y="163617"/>
                </a:cubicBezTo>
                <a:cubicBezTo>
                  <a:pt x="9694823" y="221119"/>
                  <a:pt x="9741439" y="267735"/>
                  <a:pt x="9798941" y="267735"/>
                </a:cubicBezTo>
                <a:cubicBezTo>
                  <a:pt x="9856443" y="267735"/>
                  <a:pt x="9903059" y="221119"/>
                  <a:pt x="9903059" y="163617"/>
                </a:cubicBezTo>
                <a:cubicBezTo>
                  <a:pt x="9903059" y="106114"/>
                  <a:pt x="9856443" y="59498"/>
                  <a:pt x="9798941" y="59498"/>
                </a:cubicBezTo>
                <a:close/>
                <a:moveTo>
                  <a:pt x="9483382" y="59498"/>
                </a:moveTo>
                <a:cubicBezTo>
                  <a:pt x="9425880" y="59498"/>
                  <a:pt x="9379264" y="106114"/>
                  <a:pt x="9379264" y="163617"/>
                </a:cubicBezTo>
                <a:cubicBezTo>
                  <a:pt x="9379264" y="221119"/>
                  <a:pt x="9425880" y="267735"/>
                  <a:pt x="9483382" y="267735"/>
                </a:cubicBezTo>
                <a:cubicBezTo>
                  <a:pt x="9540884" y="267735"/>
                  <a:pt x="9587501" y="221119"/>
                  <a:pt x="9587501" y="163617"/>
                </a:cubicBezTo>
                <a:cubicBezTo>
                  <a:pt x="9587501" y="106114"/>
                  <a:pt x="9540884" y="59498"/>
                  <a:pt x="9483382" y="59498"/>
                </a:cubicBezTo>
                <a:close/>
                <a:moveTo>
                  <a:pt x="9167824" y="59498"/>
                </a:moveTo>
                <a:cubicBezTo>
                  <a:pt x="9110322" y="59498"/>
                  <a:pt x="9063706" y="106114"/>
                  <a:pt x="9063706" y="163617"/>
                </a:cubicBezTo>
                <a:cubicBezTo>
                  <a:pt x="9063706" y="221119"/>
                  <a:pt x="9110322" y="267735"/>
                  <a:pt x="9167824" y="267735"/>
                </a:cubicBezTo>
                <a:cubicBezTo>
                  <a:pt x="9225326" y="267735"/>
                  <a:pt x="9271942" y="221119"/>
                  <a:pt x="9271942" y="163617"/>
                </a:cubicBezTo>
                <a:cubicBezTo>
                  <a:pt x="9271942" y="106114"/>
                  <a:pt x="9225326" y="59498"/>
                  <a:pt x="9167824" y="59498"/>
                </a:cubicBezTo>
                <a:close/>
                <a:moveTo>
                  <a:pt x="8852265" y="59498"/>
                </a:moveTo>
                <a:cubicBezTo>
                  <a:pt x="8794763" y="59498"/>
                  <a:pt x="8748147" y="106114"/>
                  <a:pt x="8748147" y="163617"/>
                </a:cubicBezTo>
                <a:cubicBezTo>
                  <a:pt x="8748147" y="221119"/>
                  <a:pt x="8794763" y="267735"/>
                  <a:pt x="8852265" y="267735"/>
                </a:cubicBezTo>
                <a:cubicBezTo>
                  <a:pt x="8909767" y="267735"/>
                  <a:pt x="8956383" y="221119"/>
                  <a:pt x="8956383" y="163617"/>
                </a:cubicBezTo>
                <a:cubicBezTo>
                  <a:pt x="8956383" y="106114"/>
                  <a:pt x="8909767" y="59498"/>
                  <a:pt x="8852265" y="59498"/>
                </a:cubicBezTo>
                <a:close/>
                <a:moveTo>
                  <a:pt x="8536707" y="59498"/>
                </a:moveTo>
                <a:cubicBezTo>
                  <a:pt x="8479204" y="59498"/>
                  <a:pt x="8432588" y="106114"/>
                  <a:pt x="8432588" y="163617"/>
                </a:cubicBezTo>
                <a:cubicBezTo>
                  <a:pt x="8432588" y="221119"/>
                  <a:pt x="8479204" y="267735"/>
                  <a:pt x="8536707" y="267735"/>
                </a:cubicBezTo>
                <a:cubicBezTo>
                  <a:pt x="8594209" y="267735"/>
                  <a:pt x="8640825" y="221119"/>
                  <a:pt x="8640825" y="163617"/>
                </a:cubicBezTo>
                <a:cubicBezTo>
                  <a:pt x="8640825" y="106114"/>
                  <a:pt x="8594209" y="59498"/>
                  <a:pt x="8536707" y="59498"/>
                </a:cubicBezTo>
                <a:close/>
                <a:moveTo>
                  <a:pt x="8221148" y="59498"/>
                </a:moveTo>
                <a:cubicBezTo>
                  <a:pt x="8163646" y="59498"/>
                  <a:pt x="8117029" y="106114"/>
                  <a:pt x="8117029" y="163617"/>
                </a:cubicBezTo>
                <a:cubicBezTo>
                  <a:pt x="8117029" y="221119"/>
                  <a:pt x="8163646" y="267735"/>
                  <a:pt x="8221148" y="267735"/>
                </a:cubicBezTo>
                <a:cubicBezTo>
                  <a:pt x="8278650" y="267735"/>
                  <a:pt x="8325266" y="221119"/>
                  <a:pt x="8325266" y="163617"/>
                </a:cubicBezTo>
                <a:cubicBezTo>
                  <a:pt x="8325266" y="106114"/>
                  <a:pt x="8278650" y="59498"/>
                  <a:pt x="8221148" y="59498"/>
                </a:cubicBezTo>
                <a:close/>
                <a:moveTo>
                  <a:pt x="7905590" y="59498"/>
                </a:moveTo>
                <a:cubicBezTo>
                  <a:pt x="7848087" y="59498"/>
                  <a:pt x="7801471" y="106114"/>
                  <a:pt x="7801471" y="163617"/>
                </a:cubicBezTo>
                <a:cubicBezTo>
                  <a:pt x="7801471" y="221119"/>
                  <a:pt x="7848087" y="267735"/>
                  <a:pt x="7905590" y="267735"/>
                </a:cubicBezTo>
                <a:cubicBezTo>
                  <a:pt x="7963092" y="267735"/>
                  <a:pt x="8009707" y="221119"/>
                  <a:pt x="8009707" y="163617"/>
                </a:cubicBezTo>
                <a:cubicBezTo>
                  <a:pt x="8009707" y="106114"/>
                  <a:pt x="7963092" y="59498"/>
                  <a:pt x="7905590" y="59498"/>
                </a:cubicBezTo>
                <a:close/>
                <a:moveTo>
                  <a:pt x="7590031" y="59498"/>
                </a:moveTo>
                <a:cubicBezTo>
                  <a:pt x="7532529" y="59498"/>
                  <a:pt x="7485913" y="106114"/>
                  <a:pt x="7485913" y="163617"/>
                </a:cubicBezTo>
                <a:cubicBezTo>
                  <a:pt x="7485913" y="221119"/>
                  <a:pt x="7532529" y="267735"/>
                  <a:pt x="7590031" y="267735"/>
                </a:cubicBezTo>
                <a:cubicBezTo>
                  <a:pt x="7647533" y="267735"/>
                  <a:pt x="7694149" y="221119"/>
                  <a:pt x="7694149" y="163617"/>
                </a:cubicBezTo>
                <a:cubicBezTo>
                  <a:pt x="7694149" y="106114"/>
                  <a:pt x="7647533" y="59498"/>
                  <a:pt x="7590031" y="59498"/>
                </a:cubicBezTo>
                <a:close/>
                <a:moveTo>
                  <a:pt x="7274472" y="59498"/>
                </a:moveTo>
                <a:cubicBezTo>
                  <a:pt x="7216970" y="59498"/>
                  <a:pt x="7170354" y="106114"/>
                  <a:pt x="7170354" y="163617"/>
                </a:cubicBezTo>
                <a:cubicBezTo>
                  <a:pt x="7170354" y="221119"/>
                  <a:pt x="7216970" y="267735"/>
                  <a:pt x="7274472" y="267735"/>
                </a:cubicBezTo>
                <a:cubicBezTo>
                  <a:pt x="7331974" y="267735"/>
                  <a:pt x="7378591" y="221119"/>
                  <a:pt x="7378591" y="163617"/>
                </a:cubicBezTo>
                <a:cubicBezTo>
                  <a:pt x="7378591" y="106114"/>
                  <a:pt x="7331974" y="59498"/>
                  <a:pt x="7274472" y="59498"/>
                </a:cubicBezTo>
                <a:close/>
                <a:moveTo>
                  <a:pt x="6958914" y="59498"/>
                </a:moveTo>
                <a:cubicBezTo>
                  <a:pt x="6901412" y="59498"/>
                  <a:pt x="6854796" y="106114"/>
                  <a:pt x="6854796" y="163617"/>
                </a:cubicBezTo>
                <a:cubicBezTo>
                  <a:pt x="6854796" y="221119"/>
                  <a:pt x="6901412" y="267735"/>
                  <a:pt x="6958914" y="267735"/>
                </a:cubicBezTo>
                <a:cubicBezTo>
                  <a:pt x="7016416" y="267735"/>
                  <a:pt x="7063032" y="221119"/>
                  <a:pt x="7063032" y="163617"/>
                </a:cubicBezTo>
                <a:cubicBezTo>
                  <a:pt x="7063032" y="106114"/>
                  <a:pt x="7016416" y="59498"/>
                  <a:pt x="6958914" y="59498"/>
                </a:cubicBezTo>
                <a:close/>
                <a:moveTo>
                  <a:pt x="6643355" y="59498"/>
                </a:moveTo>
                <a:cubicBezTo>
                  <a:pt x="6585853" y="59498"/>
                  <a:pt x="6539237" y="106114"/>
                  <a:pt x="6539237" y="163617"/>
                </a:cubicBezTo>
                <a:cubicBezTo>
                  <a:pt x="6539237" y="221119"/>
                  <a:pt x="6585853" y="267735"/>
                  <a:pt x="6643355" y="267735"/>
                </a:cubicBezTo>
                <a:cubicBezTo>
                  <a:pt x="6700857" y="267735"/>
                  <a:pt x="6747473" y="221119"/>
                  <a:pt x="6747473" y="163617"/>
                </a:cubicBezTo>
                <a:cubicBezTo>
                  <a:pt x="6747473" y="106114"/>
                  <a:pt x="6700857" y="59498"/>
                  <a:pt x="6643355" y="59498"/>
                </a:cubicBezTo>
                <a:close/>
                <a:moveTo>
                  <a:pt x="6327797" y="59498"/>
                </a:moveTo>
                <a:cubicBezTo>
                  <a:pt x="6270294" y="59498"/>
                  <a:pt x="6223678" y="106114"/>
                  <a:pt x="6223678" y="163617"/>
                </a:cubicBezTo>
                <a:cubicBezTo>
                  <a:pt x="6223678" y="221119"/>
                  <a:pt x="6270294" y="267735"/>
                  <a:pt x="6327797" y="267735"/>
                </a:cubicBezTo>
                <a:cubicBezTo>
                  <a:pt x="6385299" y="267735"/>
                  <a:pt x="6431915" y="221119"/>
                  <a:pt x="6431915" y="163617"/>
                </a:cubicBezTo>
                <a:cubicBezTo>
                  <a:pt x="6431915" y="106114"/>
                  <a:pt x="6385299" y="59498"/>
                  <a:pt x="6327797" y="59498"/>
                </a:cubicBezTo>
                <a:close/>
                <a:moveTo>
                  <a:pt x="6012238" y="59498"/>
                </a:moveTo>
                <a:cubicBezTo>
                  <a:pt x="5954736" y="59498"/>
                  <a:pt x="5908120" y="106114"/>
                  <a:pt x="5908120" y="163617"/>
                </a:cubicBezTo>
                <a:cubicBezTo>
                  <a:pt x="5908120" y="221119"/>
                  <a:pt x="5954736" y="267735"/>
                  <a:pt x="6012238" y="267735"/>
                </a:cubicBezTo>
                <a:cubicBezTo>
                  <a:pt x="6069740" y="267735"/>
                  <a:pt x="6116356" y="221119"/>
                  <a:pt x="6116356" y="163617"/>
                </a:cubicBezTo>
                <a:cubicBezTo>
                  <a:pt x="6116356" y="106114"/>
                  <a:pt x="6069740" y="59498"/>
                  <a:pt x="6012238" y="59498"/>
                </a:cubicBezTo>
                <a:close/>
                <a:moveTo>
                  <a:pt x="5696680" y="59498"/>
                </a:moveTo>
                <a:cubicBezTo>
                  <a:pt x="5639178" y="59498"/>
                  <a:pt x="5592561" y="106114"/>
                  <a:pt x="5592561" y="163617"/>
                </a:cubicBezTo>
                <a:cubicBezTo>
                  <a:pt x="5592561" y="221119"/>
                  <a:pt x="5639178" y="267735"/>
                  <a:pt x="5696680" y="267735"/>
                </a:cubicBezTo>
                <a:cubicBezTo>
                  <a:pt x="5754182" y="267735"/>
                  <a:pt x="5800798" y="221119"/>
                  <a:pt x="5800798" y="163617"/>
                </a:cubicBezTo>
                <a:cubicBezTo>
                  <a:pt x="5800798" y="106114"/>
                  <a:pt x="5754182" y="59498"/>
                  <a:pt x="5696680" y="59498"/>
                </a:cubicBezTo>
                <a:close/>
                <a:moveTo>
                  <a:pt x="5381121" y="59498"/>
                </a:moveTo>
                <a:cubicBezTo>
                  <a:pt x="5323619" y="59498"/>
                  <a:pt x="5277003" y="106114"/>
                  <a:pt x="5277003" y="163617"/>
                </a:cubicBezTo>
                <a:cubicBezTo>
                  <a:pt x="5277003" y="221119"/>
                  <a:pt x="5323619" y="267735"/>
                  <a:pt x="5381121" y="267735"/>
                </a:cubicBezTo>
                <a:cubicBezTo>
                  <a:pt x="5438623" y="267735"/>
                  <a:pt x="5485239" y="221119"/>
                  <a:pt x="5485239" y="163617"/>
                </a:cubicBezTo>
                <a:cubicBezTo>
                  <a:pt x="5485239" y="106114"/>
                  <a:pt x="5438623" y="59498"/>
                  <a:pt x="5381121" y="59498"/>
                </a:cubicBezTo>
                <a:close/>
                <a:moveTo>
                  <a:pt x="5065562" y="59498"/>
                </a:moveTo>
                <a:cubicBezTo>
                  <a:pt x="5008060" y="59498"/>
                  <a:pt x="4961444" y="106114"/>
                  <a:pt x="4961444" y="163617"/>
                </a:cubicBezTo>
                <a:cubicBezTo>
                  <a:pt x="4961444" y="221119"/>
                  <a:pt x="5008060" y="267735"/>
                  <a:pt x="5065562" y="267735"/>
                </a:cubicBezTo>
                <a:cubicBezTo>
                  <a:pt x="5123064" y="267735"/>
                  <a:pt x="5169680" y="221119"/>
                  <a:pt x="5169680" y="163617"/>
                </a:cubicBezTo>
                <a:cubicBezTo>
                  <a:pt x="5169680" y="106114"/>
                  <a:pt x="5123064" y="59498"/>
                  <a:pt x="5065562" y="59498"/>
                </a:cubicBezTo>
                <a:close/>
                <a:moveTo>
                  <a:pt x="4750004" y="59498"/>
                </a:moveTo>
                <a:cubicBezTo>
                  <a:pt x="4692501" y="59498"/>
                  <a:pt x="4645885" y="106114"/>
                  <a:pt x="4645885" y="163617"/>
                </a:cubicBezTo>
                <a:cubicBezTo>
                  <a:pt x="4645885" y="221119"/>
                  <a:pt x="4692501" y="267735"/>
                  <a:pt x="4750004" y="267735"/>
                </a:cubicBezTo>
                <a:cubicBezTo>
                  <a:pt x="4807506" y="267735"/>
                  <a:pt x="4854122" y="221119"/>
                  <a:pt x="4854122" y="163617"/>
                </a:cubicBezTo>
                <a:cubicBezTo>
                  <a:pt x="4854122" y="106114"/>
                  <a:pt x="4807506" y="59498"/>
                  <a:pt x="4750004" y="59498"/>
                </a:cubicBezTo>
                <a:close/>
                <a:moveTo>
                  <a:pt x="4434445" y="59498"/>
                </a:moveTo>
                <a:cubicBezTo>
                  <a:pt x="4376943" y="59498"/>
                  <a:pt x="4330327" y="106114"/>
                  <a:pt x="4330327" y="163617"/>
                </a:cubicBezTo>
                <a:cubicBezTo>
                  <a:pt x="4330327" y="221119"/>
                  <a:pt x="4376943" y="267735"/>
                  <a:pt x="4434445" y="267735"/>
                </a:cubicBezTo>
                <a:cubicBezTo>
                  <a:pt x="4491947" y="267735"/>
                  <a:pt x="4538564" y="221119"/>
                  <a:pt x="4538564" y="163617"/>
                </a:cubicBezTo>
                <a:cubicBezTo>
                  <a:pt x="4538564" y="106114"/>
                  <a:pt x="4491947" y="59498"/>
                  <a:pt x="4434445" y="59498"/>
                </a:cubicBezTo>
                <a:close/>
                <a:moveTo>
                  <a:pt x="4118886" y="59498"/>
                </a:moveTo>
                <a:cubicBezTo>
                  <a:pt x="4061384" y="59498"/>
                  <a:pt x="4014769" y="106114"/>
                  <a:pt x="4014769" y="163617"/>
                </a:cubicBezTo>
                <a:cubicBezTo>
                  <a:pt x="4014769" y="221119"/>
                  <a:pt x="4061384" y="267735"/>
                  <a:pt x="4118886" y="267735"/>
                </a:cubicBezTo>
                <a:cubicBezTo>
                  <a:pt x="4176388" y="267735"/>
                  <a:pt x="4223004" y="221119"/>
                  <a:pt x="4223004" y="163617"/>
                </a:cubicBezTo>
                <a:cubicBezTo>
                  <a:pt x="4223004" y="106114"/>
                  <a:pt x="4176388" y="59498"/>
                  <a:pt x="4118886" y="59498"/>
                </a:cubicBezTo>
                <a:close/>
                <a:moveTo>
                  <a:pt x="3803328" y="59498"/>
                </a:moveTo>
                <a:cubicBezTo>
                  <a:pt x="3745826" y="59498"/>
                  <a:pt x="3699210" y="106114"/>
                  <a:pt x="3699210" y="163617"/>
                </a:cubicBezTo>
                <a:cubicBezTo>
                  <a:pt x="3699210" y="221119"/>
                  <a:pt x="3745826" y="267735"/>
                  <a:pt x="3803328" y="267735"/>
                </a:cubicBezTo>
                <a:cubicBezTo>
                  <a:pt x="3860830" y="267735"/>
                  <a:pt x="3907446" y="221119"/>
                  <a:pt x="3907446" y="163617"/>
                </a:cubicBezTo>
                <a:cubicBezTo>
                  <a:pt x="3907446" y="106114"/>
                  <a:pt x="3860830" y="59498"/>
                  <a:pt x="3803328" y="59498"/>
                </a:cubicBezTo>
                <a:close/>
                <a:moveTo>
                  <a:pt x="3487769" y="59498"/>
                </a:moveTo>
                <a:cubicBezTo>
                  <a:pt x="3430267" y="59498"/>
                  <a:pt x="3383651" y="106114"/>
                  <a:pt x="3383651" y="163617"/>
                </a:cubicBezTo>
                <a:cubicBezTo>
                  <a:pt x="3383651" y="221119"/>
                  <a:pt x="3430267" y="267735"/>
                  <a:pt x="3487769" y="267735"/>
                </a:cubicBezTo>
                <a:cubicBezTo>
                  <a:pt x="3545271" y="267735"/>
                  <a:pt x="3591887" y="221119"/>
                  <a:pt x="3591887" y="163617"/>
                </a:cubicBezTo>
                <a:cubicBezTo>
                  <a:pt x="3591887" y="106114"/>
                  <a:pt x="3545271" y="59498"/>
                  <a:pt x="3487769" y="59498"/>
                </a:cubicBezTo>
                <a:close/>
                <a:moveTo>
                  <a:pt x="3172211" y="59498"/>
                </a:moveTo>
                <a:cubicBezTo>
                  <a:pt x="3114709" y="59498"/>
                  <a:pt x="3068092" y="106114"/>
                  <a:pt x="3068092" y="163617"/>
                </a:cubicBezTo>
                <a:cubicBezTo>
                  <a:pt x="3068092" y="221119"/>
                  <a:pt x="3114709" y="267735"/>
                  <a:pt x="3172211" y="267735"/>
                </a:cubicBezTo>
                <a:cubicBezTo>
                  <a:pt x="3229713" y="267735"/>
                  <a:pt x="3276329" y="221119"/>
                  <a:pt x="3276329" y="163617"/>
                </a:cubicBezTo>
                <a:cubicBezTo>
                  <a:pt x="3276329" y="106114"/>
                  <a:pt x="3229713" y="59498"/>
                  <a:pt x="3172211" y="59498"/>
                </a:cubicBezTo>
                <a:close/>
                <a:moveTo>
                  <a:pt x="2856652" y="59498"/>
                </a:moveTo>
                <a:cubicBezTo>
                  <a:pt x="2799150" y="59498"/>
                  <a:pt x="2752534" y="106114"/>
                  <a:pt x="2752534" y="163617"/>
                </a:cubicBezTo>
                <a:cubicBezTo>
                  <a:pt x="2752534" y="221119"/>
                  <a:pt x="2799150" y="267735"/>
                  <a:pt x="2856652" y="267735"/>
                </a:cubicBezTo>
                <a:cubicBezTo>
                  <a:pt x="2914154" y="267735"/>
                  <a:pt x="2960770" y="221119"/>
                  <a:pt x="2960770" y="163617"/>
                </a:cubicBezTo>
                <a:cubicBezTo>
                  <a:pt x="2960770" y="106114"/>
                  <a:pt x="2914154" y="59498"/>
                  <a:pt x="2856652" y="59498"/>
                </a:cubicBezTo>
                <a:close/>
                <a:moveTo>
                  <a:pt x="2541093" y="59498"/>
                </a:moveTo>
                <a:cubicBezTo>
                  <a:pt x="2483591" y="59498"/>
                  <a:pt x="2436975" y="106114"/>
                  <a:pt x="2436975" y="163617"/>
                </a:cubicBezTo>
                <a:cubicBezTo>
                  <a:pt x="2436975" y="221119"/>
                  <a:pt x="2483591" y="267735"/>
                  <a:pt x="2541093" y="267735"/>
                </a:cubicBezTo>
                <a:cubicBezTo>
                  <a:pt x="2598595" y="267735"/>
                  <a:pt x="2645212" y="221119"/>
                  <a:pt x="2645212" y="163617"/>
                </a:cubicBezTo>
                <a:cubicBezTo>
                  <a:pt x="2645212" y="106114"/>
                  <a:pt x="2598595" y="59498"/>
                  <a:pt x="2541093" y="59498"/>
                </a:cubicBezTo>
                <a:close/>
                <a:moveTo>
                  <a:pt x="2225535" y="59498"/>
                </a:moveTo>
                <a:cubicBezTo>
                  <a:pt x="2168033" y="59498"/>
                  <a:pt x="2121417" y="106114"/>
                  <a:pt x="2121417" y="163617"/>
                </a:cubicBezTo>
                <a:cubicBezTo>
                  <a:pt x="2121417" y="221119"/>
                  <a:pt x="2168033" y="267735"/>
                  <a:pt x="2225535" y="267735"/>
                </a:cubicBezTo>
                <a:cubicBezTo>
                  <a:pt x="2283037" y="267735"/>
                  <a:pt x="2329653" y="221119"/>
                  <a:pt x="2329653" y="163617"/>
                </a:cubicBezTo>
                <a:cubicBezTo>
                  <a:pt x="2329653" y="106114"/>
                  <a:pt x="2283037" y="59498"/>
                  <a:pt x="2225535" y="59498"/>
                </a:cubicBezTo>
                <a:close/>
                <a:moveTo>
                  <a:pt x="1909976" y="59498"/>
                </a:moveTo>
                <a:cubicBezTo>
                  <a:pt x="1852474" y="59498"/>
                  <a:pt x="1805858" y="106114"/>
                  <a:pt x="1805858" y="163617"/>
                </a:cubicBezTo>
                <a:cubicBezTo>
                  <a:pt x="1805858" y="221119"/>
                  <a:pt x="1852474" y="267735"/>
                  <a:pt x="1909976" y="267735"/>
                </a:cubicBezTo>
                <a:cubicBezTo>
                  <a:pt x="1967478" y="267735"/>
                  <a:pt x="2014094" y="221119"/>
                  <a:pt x="2014094" y="163617"/>
                </a:cubicBezTo>
                <a:cubicBezTo>
                  <a:pt x="2014094" y="106114"/>
                  <a:pt x="1967478" y="59498"/>
                  <a:pt x="1909976" y="59498"/>
                </a:cubicBezTo>
                <a:close/>
                <a:moveTo>
                  <a:pt x="1594417" y="59498"/>
                </a:moveTo>
                <a:cubicBezTo>
                  <a:pt x="1536915" y="59498"/>
                  <a:pt x="1490299" y="106114"/>
                  <a:pt x="1490299" y="163617"/>
                </a:cubicBezTo>
                <a:cubicBezTo>
                  <a:pt x="1490299" y="221119"/>
                  <a:pt x="1536915" y="267735"/>
                  <a:pt x="1594417" y="267735"/>
                </a:cubicBezTo>
                <a:cubicBezTo>
                  <a:pt x="1651919" y="267735"/>
                  <a:pt x="1698536" y="221119"/>
                  <a:pt x="1698536" y="163617"/>
                </a:cubicBezTo>
                <a:cubicBezTo>
                  <a:pt x="1698536" y="106114"/>
                  <a:pt x="1651919" y="59498"/>
                  <a:pt x="1594417" y="59498"/>
                </a:cubicBezTo>
                <a:close/>
                <a:moveTo>
                  <a:pt x="1278859" y="59498"/>
                </a:moveTo>
                <a:cubicBezTo>
                  <a:pt x="1221357" y="59498"/>
                  <a:pt x="1174741" y="106114"/>
                  <a:pt x="1174741" y="163617"/>
                </a:cubicBezTo>
                <a:cubicBezTo>
                  <a:pt x="1174741" y="221119"/>
                  <a:pt x="1221357" y="267735"/>
                  <a:pt x="1278859" y="267735"/>
                </a:cubicBezTo>
                <a:cubicBezTo>
                  <a:pt x="1336361" y="267735"/>
                  <a:pt x="1382977" y="221119"/>
                  <a:pt x="1382977" y="163617"/>
                </a:cubicBezTo>
                <a:cubicBezTo>
                  <a:pt x="1382977" y="106114"/>
                  <a:pt x="1336361" y="59498"/>
                  <a:pt x="1278859" y="59498"/>
                </a:cubicBezTo>
                <a:close/>
                <a:moveTo>
                  <a:pt x="963300" y="59498"/>
                </a:moveTo>
                <a:cubicBezTo>
                  <a:pt x="905798" y="59498"/>
                  <a:pt x="859182" y="106114"/>
                  <a:pt x="859182" y="163617"/>
                </a:cubicBezTo>
                <a:cubicBezTo>
                  <a:pt x="859182" y="221119"/>
                  <a:pt x="905798" y="267735"/>
                  <a:pt x="963300" y="267735"/>
                </a:cubicBezTo>
                <a:cubicBezTo>
                  <a:pt x="1020802" y="267735"/>
                  <a:pt x="1067418" y="221119"/>
                  <a:pt x="1067418" y="163617"/>
                </a:cubicBezTo>
                <a:cubicBezTo>
                  <a:pt x="1067418" y="106114"/>
                  <a:pt x="1020802" y="59498"/>
                  <a:pt x="963300" y="59498"/>
                </a:cubicBezTo>
                <a:close/>
                <a:moveTo>
                  <a:pt x="647742" y="59498"/>
                </a:moveTo>
                <a:cubicBezTo>
                  <a:pt x="590240" y="59498"/>
                  <a:pt x="543623" y="106114"/>
                  <a:pt x="543623" y="163617"/>
                </a:cubicBezTo>
                <a:cubicBezTo>
                  <a:pt x="543623" y="221119"/>
                  <a:pt x="590240" y="267735"/>
                  <a:pt x="647742" y="267735"/>
                </a:cubicBezTo>
                <a:cubicBezTo>
                  <a:pt x="705244" y="267735"/>
                  <a:pt x="751860" y="221119"/>
                  <a:pt x="751860" y="163617"/>
                </a:cubicBezTo>
                <a:cubicBezTo>
                  <a:pt x="751860" y="106114"/>
                  <a:pt x="705244" y="59498"/>
                  <a:pt x="647742" y="59498"/>
                </a:cubicBezTo>
                <a:close/>
                <a:moveTo>
                  <a:pt x="332183" y="59498"/>
                </a:moveTo>
                <a:cubicBezTo>
                  <a:pt x="274681" y="59498"/>
                  <a:pt x="228065" y="106114"/>
                  <a:pt x="228065" y="163617"/>
                </a:cubicBezTo>
                <a:cubicBezTo>
                  <a:pt x="228065" y="221119"/>
                  <a:pt x="274681" y="267735"/>
                  <a:pt x="332183" y="267735"/>
                </a:cubicBezTo>
                <a:cubicBezTo>
                  <a:pt x="389685" y="267735"/>
                  <a:pt x="436301" y="221119"/>
                  <a:pt x="436301" y="163617"/>
                </a:cubicBezTo>
                <a:cubicBezTo>
                  <a:pt x="436301" y="106114"/>
                  <a:pt x="389685" y="59498"/>
                  <a:pt x="332183" y="59498"/>
                </a:cubicBezTo>
                <a:close/>
                <a:moveTo>
                  <a:pt x="178490" y="0"/>
                </a:moveTo>
                <a:lnTo>
                  <a:pt x="11214858" y="0"/>
                </a:lnTo>
                <a:cubicBezTo>
                  <a:pt x="11313436" y="0"/>
                  <a:pt x="11393348" y="79912"/>
                  <a:pt x="11393348" y="178490"/>
                </a:cubicBezTo>
                <a:lnTo>
                  <a:pt x="11393348" y="711784"/>
                </a:lnTo>
                <a:lnTo>
                  <a:pt x="11393348" y="1070917"/>
                </a:lnTo>
                <a:lnTo>
                  <a:pt x="11393348" y="1078080"/>
                </a:lnTo>
                <a:lnTo>
                  <a:pt x="0" y="1078080"/>
                </a:lnTo>
                <a:lnTo>
                  <a:pt x="0" y="1070917"/>
                </a:lnTo>
                <a:lnTo>
                  <a:pt x="0" y="711784"/>
                </a:lnTo>
                <a:lnTo>
                  <a:pt x="0" y="178490"/>
                </a:lnTo>
                <a:cubicBezTo>
                  <a:pt x="0" y="79912"/>
                  <a:pt x="79912" y="0"/>
                  <a:pt x="17849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>
            <a:stCxn id="9" idx="182"/>
            <a:endCxn id="9" idx="179"/>
          </p:cNvCxnSpPr>
          <p:nvPr userDrawn="1"/>
        </p:nvCxnSpPr>
        <p:spPr>
          <a:xfrm>
            <a:off x="396847" y="1439267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396847" y="6075485"/>
            <a:ext cx="1139334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 userDrawn="1"/>
        </p:nvSpPr>
        <p:spPr>
          <a:xfrm>
            <a:off x="863988" y="843325"/>
            <a:ext cx="2758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100" dirty="0">
                <a:solidFill>
                  <a:srgbClr val="0000FF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3200" b="1" kern="100" dirty="0">
                <a:solidFill>
                  <a:srgbClr val="0000FF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拓展延伸</a:t>
            </a:r>
            <a:r>
              <a:rPr lang="en-US" altLang="zh-CN" sz="3200" b="1" kern="100" dirty="0">
                <a:solidFill>
                  <a:srgbClr val="0000FF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】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897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F1AF46-34F2-4B1D-9CD6-BF1F4825440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325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1384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4704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A64AD04-5EF6-FE48-938A-2215078438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351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1674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22487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基础落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4" y="0"/>
            <a:ext cx="12192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10"/>
          <p:cNvSpPr txBox="1"/>
          <p:nvPr userDrawn="1"/>
        </p:nvSpPr>
        <p:spPr>
          <a:xfrm>
            <a:off x="5122731" y="3013506"/>
            <a:ext cx="2954656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zh-CN" altLang="en-US" sz="4800" b="1" spc="600" dirty="0">
                <a:solidFill>
                  <a:prstClr val="white"/>
                </a:solidFill>
              </a:rPr>
              <a:t>基础梳理</a:t>
            </a:r>
          </a:p>
        </p:txBody>
      </p:sp>
      <p:sp>
        <p:nvSpPr>
          <p:cNvPr id="9" name="Freeform 5"/>
          <p:cNvSpPr>
            <a:spLocks noEditPoints="1"/>
          </p:cNvSpPr>
          <p:nvPr userDrawn="1"/>
        </p:nvSpPr>
        <p:spPr bwMode="auto">
          <a:xfrm>
            <a:off x="4114800" y="3013076"/>
            <a:ext cx="833438" cy="831850"/>
          </a:xfrm>
          <a:custGeom>
            <a:avLst/>
            <a:gdLst>
              <a:gd name="T0" fmla="*/ 585 w 681"/>
              <a:gd name="T1" fmla="*/ 232 h 681"/>
              <a:gd name="T2" fmla="*/ 547 w 681"/>
              <a:gd name="T3" fmla="*/ 65 h 681"/>
              <a:gd name="T4" fmla="*/ 437 w 681"/>
              <a:gd name="T5" fmla="*/ 91 h 681"/>
              <a:gd name="T6" fmla="*/ 292 w 681"/>
              <a:gd name="T7" fmla="*/ 0 h 681"/>
              <a:gd name="T8" fmla="*/ 233 w 681"/>
              <a:gd name="T9" fmla="*/ 96 h 681"/>
              <a:gd name="T10" fmla="*/ 66 w 681"/>
              <a:gd name="T11" fmla="*/ 134 h 681"/>
              <a:gd name="T12" fmla="*/ 92 w 681"/>
              <a:gd name="T13" fmla="*/ 244 h 681"/>
              <a:gd name="T14" fmla="*/ 0 w 681"/>
              <a:gd name="T15" fmla="*/ 389 h 681"/>
              <a:gd name="T16" fmla="*/ 96 w 681"/>
              <a:gd name="T17" fmla="*/ 448 h 681"/>
              <a:gd name="T18" fmla="*/ 134 w 681"/>
              <a:gd name="T19" fmla="*/ 615 h 681"/>
              <a:gd name="T20" fmla="*/ 244 w 681"/>
              <a:gd name="T21" fmla="*/ 590 h 681"/>
              <a:gd name="T22" fmla="*/ 389 w 681"/>
              <a:gd name="T23" fmla="*/ 681 h 681"/>
              <a:gd name="T24" fmla="*/ 449 w 681"/>
              <a:gd name="T25" fmla="*/ 585 h 681"/>
              <a:gd name="T26" fmla="*/ 616 w 681"/>
              <a:gd name="T27" fmla="*/ 547 h 681"/>
              <a:gd name="T28" fmla="*/ 590 w 681"/>
              <a:gd name="T29" fmla="*/ 437 h 681"/>
              <a:gd name="T30" fmla="*/ 681 w 681"/>
              <a:gd name="T31" fmla="*/ 292 h 681"/>
              <a:gd name="T32" fmla="*/ 564 w 681"/>
              <a:gd name="T33" fmla="*/ 394 h 681"/>
              <a:gd name="T34" fmla="*/ 537 w 681"/>
              <a:gd name="T35" fmla="*/ 460 h 681"/>
              <a:gd name="T36" fmla="*/ 460 w 681"/>
              <a:gd name="T37" fmla="*/ 536 h 681"/>
              <a:gd name="T38" fmla="*/ 395 w 681"/>
              <a:gd name="T39" fmla="*/ 563 h 681"/>
              <a:gd name="T40" fmla="*/ 287 w 681"/>
              <a:gd name="T41" fmla="*/ 563 h 681"/>
              <a:gd name="T42" fmla="*/ 222 w 681"/>
              <a:gd name="T43" fmla="*/ 536 h 681"/>
              <a:gd name="T44" fmla="*/ 145 w 681"/>
              <a:gd name="T45" fmla="*/ 460 h 681"/>
              <a:gd name="T46" fmla="*/ 118 w 681"/>
              <a:gd name="T47" fmla="*/ 394 h 681"/>
              <a:gd name="T48" fmla="*/ 118 w 681"/>
              <a:gd name="T49" fmla="*/ 286 h 681"/>
              <a:gd name="T50" fmla="*/ 145 w 681"/>
              <a:gd name="T51" fmla="*/ 221 h 681"/>
              <a:gd name="T52" fmla="*/ 222 w 681"/>
              <a:gd name="T53" fmla="*/ 145 h 681"/>
              <a:gd name="T54" fmla="*/ 287 w 681"/>
              <a:gd name="T55" fmla="*/ 118 h 681"/>
              <a:gd name="T56" fmla="*/ 395 w 681"/>
              <a:gd name="T57" fmla="*/ 118 h 681"/>
              <a:gd name="T58" fmla="*/ 460 w 681"/>
              <a:gd name="T59" fmla="*/ 145 h 681"/>
              <a:gd name="T60" fmla="*/ 537 w 681"/>
              <a:gd name="T61" fmla="*/ 221 h 681"/>
              <a:gd name="T62" fmla="*/ 564 w 681"/>
              <a:gd name="T63" fmla="*/ 286 h 681"/>
              <a:gd name="T64" fmla="*/ 633 w 681"/>
              <a:gd name="T65" fmla="*/ 371 h 681"/>
              <a:gd name="T66" fmla="*/ 382 w 681"/>
              <a:gd name="T67" fmla="*/ 437 h 681"/>
              <a:gd name="T68" fmla="*/ 293 w 681"/>
              <a:gd name="T69" fmla="*/ 415 h 681"/>
              <a:gd name="T70" fmla="*/ 320 w 681"/>
              <a:gd name="T71" fmla="*/ 327 h 681"/>
              <a:gd name="T72" fmla="*/ 302 w 681"/>
              <a:gd name="T73" fmla="*/ 306 h 681"/>
              <a:gd name="T74" fmla="*/ 361 w 681"/>
              <a:gd name="T75" fmla="*/ 306 h 681"/>
              <a:gd name="T76" fmla="*/ 388 w 681"/>
              <a:gd name="T77" fmla="*/ 415 h 681"/>
              <a:gd name="T78" fmla="*/ 361 w 681"/>
              <a:gd name="T79" fmla="*/ 274 h 681"/>
              <a:gd name="T80" fmla="*/ 325 w 681"/>
              <a:gd name="T81" fmla="*/ 239 h 681"/>
              <a:gd name="T82" fmla="*/ 325 w 681"/>
              <a:gd name="T83" fmla="*/ 279 h 681"/>
              <a:gd name="T84" fmla="*/ 185 w 681"/>
              <a:gd name="T85" fmla="*/ 340 h 681"/>
              <a:gd name="T86" fmla="*/ 468 w 681"/>
              <a:gd name="T87" fmla="*/ 340 h 681"/>
              <a:gd name="T88" fmla="*/ 250 w 681"/>
              <a:gd name="T89" fmla="*/ 250 h 681"/>
              <a:gd name="T90" fmla="*/ 340 w 681"/>
              <a:gd name="T91" fmla="*/ 467 h 6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681" h="681">
                <a:moveTo>
                  <a:pt x="665" y="269"/>
                </a:moveTo>
                <a:cubicBezTo>
                  <a:pt x="590" y="244"/>
                  <a:pt x="590" y="244"/>
                  <a:pt x="590" y="244"/>
                </a:cubicBezTo>
                <a:cubicBezTo>
                  <a:pt x="589" y="240"/>
                  <a:pt x="587" y="236"/>
                  <a:pt x="585" y="232"/>
                </a:cubicBezTo>
                <a:cubicBezTo>
                  <a:pt x="620" y="162"/>
                  <a:pt x="620" y="162"/>
                  <a:pt x="620" y="162"/>
                </a:cubicBezTo>
                <a:cubicBezTo>
                  <a:pt x="625" y="153"/>
                  <a:pt x="623" y="141"/>
                  <a:pt x="616" y="134"/>
                </a:cubicBezTo>
                <a:cubicBezTo>
                  <a:pt x="547" y="65"/>
                  <a:pt x="547" y="65"/>
                  <a:pt x="547" y="65"/>
                </a:cubicBezTo>
                <a:cubicBezTo>
                  <a:pt x="540" y="58"/>
                  <a:pt x="528" y="56"/>
                  <a:pt x="519" y="61"/>
                </a:cubicBezTo>
                <a:cubicBezTo>
                  <a:pt x="449" y="96"/>
                  <a:pt x="449" y="96"/>
                  <a:pt x="449" y="96"/>
                </a:cubicBezTo>
                <a:cubicBezTo>
                  <a:pt x="445" y="94"/>
                  <a:pt x="441" y="93"/>
                  <a:pt x="437" y="91"/>
                </a:cubicBezTo>
                <a:cubicBezTo>
                  <a:pt x="413" y="16"/>
                  <a:pt x="413" y="16"/>
                  <a:pt x="413" y="16"/>
                </a:cubicBezTo>
                <a:cubicBezTo>
                  <a:pt x="409" y="7"/>
                  <a:pt x="400" y="0"/>
                  <a:pt x="389" y="0"/>
                </a:cubicBezTo>
                <a:cubicBezTo>
                  <a:pt x="292" y="0"/>
                  <a:pt x="292" y="0"/>
                  <a:pt x="292" y="0"/>
                </a:cubicBezTo>
                <a:cubicBezTo>
                  <a:pt x="282" y="0"/>
                  <a:pt x="272" y="7"/>
                  <a:pt x="269" y="16"/>
                </a:cubicBezTo>
                <a:cubicBezTo>
                  <a:pt x="244" y="91"/>
                  <a:pt x="244" y="91"/>
                  <a:pt x="244" y="91"/>
                </a:cubicBezTo>
                <a:cubicBezTo>
                  <a:pt x="240" y="93"/>
                  <a:pt x="237" y="94"/>
                  <a:pt x="233" y="96"/>
                </a:cubicBezTo>
                <a:cubicBezTo>
                  <a:pt x="163" y="61"/>
                  <a:pt x="163" y="61"/>
                  <a:pt x="163" y="61"/>
                </a:cubicBezTo>
                <a:cubicBezTo>
                  <a:pt x="153" y="56"/>
                  <a:pt x="142" y="58"/>
                  <a:pt x="134" y="65"/>
                </a:cubicBezTo>
                <a:cubicBezTo>
                  <a:pt x="66" y="134"/>
                  <a:pt x="66" y="134"/>
                  <a:pt x="66" y="134"/>
                </a:cubicBezTo>
                <a:cubicBezTo>
                  <a:pt x="58" y="141"/>
                  <a:pt x="56" y="153"/>
                  <a:pt x="61" y="162"/>
                </a:cubicBezTo>
                <a:cubicBezTo>
                  <a:pt x="96" y="232"/>
                  <a:pt x="96" y="232"/>
                  <a:pt x="96" y="232"/>
                </a:cubicBezTo>
                <a:cubicBezTo>
                  <a:pt x="95" y="236"/>
                  <a:pt x="93" y="240"/>
                  <a:pt x="92" y="244"/>
                </a:cubicBezTo>
                <a:cubicBezTo>
                  <a:pt x="17" y="269"/>
                  <a:pt x="17" y="269"/>
                  <a:pt x="17" y="269"/>
                </a:cubicBezTo>
                <a:cubicBezTo>
                  <a:pt x="7" y="272"/>
                  <a:pt x="0" y="281"/>
                  <a:pt x="0" y="292"/>
                </a:cubicBezTo>
                <a:cubicBezTo>
                  <a:pt x="0" y="389"/>
                  <a:pt x="0" y="389"/>
                  <a:pt x="0" y="389"/>
                </a:cubicBezTo>
                <a:cubicBezTo>
                  <a:pt x="0" y="399"/>
                  <a:pt x="7" y="409"/>
                  <a:pt x="17" y="412"/>
                </a:cubicBezTo>
                <a:cubicBezTo>
                  <a:pt x="92" y="437"/>
                  <a:pt x="92" y="437"/>
                  <a:pt x="92" y="437"/>
                </a:cubicBezTo>
                <a:cubicBezTo>
                  <a:pt x="93" y="441"/>
                  <a:pt x="95" y="445"/>
                  <a:pt x="96" y="448"/>
                </a:cubicBezTo>
                <a:cubicBezTo>
                  <a:pt x="61" y="519"/>
                  <a:pt x="61" y="519"/>
                  <a:pt x="61" y="519"/>
                </a:cubicBezTo>
                <a:cubicBezTo>
                  <a:pt x="56" y="528"/>
                  <a:pt x="58" y="539"/>
                  <a:pt x="66" y="547"/>
                </a:cubicBezTo>
                <a:cubicBezTo>
                  <a:pt x="134" y="615"/>
                  <a:pt x="134" y="615"/>
                  <a:pt x="134" y="615"/>
                </a:cubicBezTo>
                <a:cubicBezTo>
                  <a:pt x="142" y="623"/>
                  <a:pt x="153" y="625"/>
                  <a:pt x="163" y="620"/>
                </a:cubicBezTo>
                <a:cubicBezTo>
                  <a:pt x="233" y="585"/>
                  <a:pt x="233" y="585"/>
                  <a:pt x="233" y="585"/>
                </a:cubicBezTo>
                <a:cubicBezTo>
                  <a:pt x="237" y="587"/>
                  <a:pt x="240" y="588"/>
                  <a:pt x="244" y="590"/>
                </a:cubicBezTo>
                <a:cubicBezTo>
                  <a:pt x="269" y="664"/>
                  <a:pt x="269" y="664"/>
                  <a:pt x="269" y="664"/>
                </a:cubicBezTo>
                <a:cubicBezTo>
                  <a:pt x="272" y="674"/>
                  <a:pt x="282" y="681"/>
                  <a:pt x="292" y="681"/>
                </a:cubicBezTo>
                <a:cubicBezTo>
                  <a:pt x="389" y="681"/>
                  <a:pt x="389" y="681"/>
                  <a:pt x="389" y="681"/>
                </a:cubicBezTo>
                <a:cubicBezTo>
                  <a:pt x="400" y="681"/>
                  <a:pt x="409" y="674"/>
                  <a:pt x="413" y="664"/>
                </a:cubicBezTo>
                <a:cubicBezTo>
                  <a:pt x="437" y="590"/>
                  <a:pt x="437" y="590"/>
                  <a:pt x="437" y="590"/>
                </a:cubicBezTo>
                <a:cubicBezTo>
                  <a:pt x="441" y="588"/>
                  <a:pt x="445" y="587"/>
                  <a:pt x="449" y="585"/>
                </a:cubicBezTo>
                <a:cubicBezTo>
                  <a:pt x="519" y="620"/>
                  <a:pt x="519" y="620"/>
                  <a:pt x="519" y="620"/>
                </a:cubicBezTo>
                <a:cubicBezTo>
                  <a:pt x="528" y="625"/>
                  <a:pt x="540" y="623"/>
                  <a:pt x="547" y="615"/>
                </a:cubicBezTo>
                <a:cubicBezTo>
                  <a:pt x="616" y="547"/>
                  <a:pt x="616" y="547"/>
                  <a:pt x="616" y="547"/>
                </a:cubicBezTo>
                <a:cubicBezTo>
                  <a:pt x="623" y="539"/>
                  <a:pt x="625" y="528"/>
                  <a:pt x="620" y="519"/>
                </a:cubicBezTo>
                <a:cubicBezTo>
                  <a:pt x="585" y="448"/>
                  <a:pt x="585" y="448"/>
                  <a:pt x="585" y="448"/>
                </a:cubicBezTo>
                <a:cubicBezTo>
                  <a:pt x="587" y="444"/>
                  <a:pt x="589" y="441"/>
                  <a:pt x="590" y="437"/>
                </a:cubicBezTo>
                <a:cubicBezTo>
                  <a:pt x="665" y="412"/>
                  <a:pt x="665" y="412"/>
                  <a:pt x="665" y="412"/>
                </a:cubicBezTo>
                <a:cubicBezTo>
                  <a:pt x="675" y="409"/>
                  <a:pt x="681" y="399"/>
                  <a:pt x="681" y="389"/>
                </a:cubicBezTo>
                <a:cubicBezTo>
                  <a:pt x="681" y="292"/>
                  <a:pt x="681" y="292"/>
                  <a:pt x="681" y="292"/>
                </a:cubicBezTo>
                <a:cubicBezTo>
                  <a:pt x="681" y="281"/>
                  <a:pt x="675" y="272"/>
                  <a:pt x="665" y="269"/>
                </a:cubicBezTo>
                <a:close/>
                <a:moveTo>
                  <a:pt x="633" y="371"/>
                </a:moveTo>
                <a:cubicBezTo>
                  <a:pt x="564" y="394"/>
                  <a:pt x="564" y="394"/>
                  <a:pt x="564" y="394"/>
                </a:cubicBezTo>
                <a:cubicBezTo>
                  <a:pt x="556" y="397"/>
                  <a:pt x="551" y="403"/>
                  <a:pt x="548" y="410"/>
                </a:cubicBezTo>
                <a:cubicBezTo>
                  <a:pt x="545" y="419"/>
                  <a:pt x="541" y="428"/>
                  <a:pt x="537" y="438"/>
                </a:cubicBezTo>
                <a:cubicBezTo>
                  <a:pt x="533" y="445"/>
                  <a:pt x="533" y="453"/>
                  <a:pt x="537" y="460"/>
                </a:cubicBezTo>
                <a:cubicBezTo>
                  <a:pt x="569" y="525"/>
                  <a:pt x="569" y="525"/>
                  <a:pt x="569" y="525"/>
                </a:cubicBezTo>
                <a:cubicBezTo>
                  <a:pt x="525" y="569"/>
                  <a:pt x="525" y="569"/>
                  <a:pt x="525" y="569"/>
                </a:cubicBezTo>
                <a:cubicBezTo>
                  <a:pt x="460" y="536"/>
                  <a:pt x="460" y="536"/>
                  <a:pt x="460" y="536"/>
                </a:cubicBezTo>
                <a:cubicBezTo>
                  <a:pt x="453" y="533"/>
                  <a:pt x="445" y="533"/>
                  <a:pt x="438" y="536"/>
                </a:cubicBezTo>
                <a:cubicBezTo>
                  <a:pt x="429" y="541"/>
                  <a:pt x="420" y="545"/>
                  <a:pt x="410" y="548"/>
                </a:cubicBezTo>
                <a:cubicBezTo>
                  <a:pt x="403" y="550"/>
                  <a:pt x="397" y="556"/>
                  <a:pt x="395" y="563"/>
                </a:cubicBezTo>
                <a:cubicBezTo>
                  <a:pt x="372" y="632"/>
                  <a:pt x="372" y="632"/>
                  <a:pt x="372" y="632"/>
                </a:cubicBezTo>
                <a:cubicBezTo>
                  <a:pt x="310" y="632"/>
                  <a:pt x="310" y="632"/>
                  <a:pt x="310" y="632"/>
                </a:cubicBezTo>
                <a:cubicBezTo>
                  <a:pt x="287" y="563"/>
                  <a:pt x="287" y="563"/>
                  <a:pt x="287" y="563"/>
                </a:cubicBezTo>
                <a:cubicBezTo>
                  <a:pt x="284" y="556"/>
                  <a:pt x="279" y="550"/>
                  <a:pt x="271" y="548"/>
                </a:cubicBezTo>
                <a:cubicBezTo>
                  <a:pt x="262" y="545"/>
                  <a:pt x="253" y="541"/>
                  <a:pt x="243" y="536"/>
                </a:cubicBezTo>
                <a:cubicBezTo>
                  <a:pt x="236" y="533"/>
                  <a:pt x="228" y="533"/>
                  <a:pt x="222" y="536"/>
                </a:cubicBezTo>
                <a:cubicBezTo>
                  <a:pt x="156" y="569"/>
                  <a:pt x="156" y="569"/>
                  <a:pt x="156" y="569"/>
                </a:cubicBezTo>
                <a:cubicBezTo>
                  <a:pt x="112" y="525"/>
                  <a:pt x="112" y="525"/>
                  <a:pt x="112" y="525"/>
                </a:cubicBezTo>
                <a:cubicBezTo>
                  <a:pt x="145" y="460"/>
                  <a:pt x="145" y="460"/>
                  <a:pt x="145" y="460"/>
                </a:cubicBezTo>
                <a:cubicBezTo>
                  <a:pt x="148" y="453"/>
                  <a:pt x="148" y="445"/>
                  <a:pt x="145" y="438"/>
                </a:cubicBezTo>
                <a:cubicBezTo>
                  <a:pt x="140" y="428"/>
                  <a:pt x="137" y="419"/>
                  <a:pt x="133" y="410"/>
                </a:cubicBezTo>
                <a:cubicBezTo>
                  <a:pt x="131" y="403"/>
                  <a:pt x="125" y="397"/>
                  <a:pt x="118" y="394"/>
                </a:cubicBezTo>
                <a:cubicBezTo>
                  <a:pt x="49" y="371"/>
                  <a:pt x="49" y="371"/>
                  <a:pt x="49" y="371"/>
                </a:cubicBezTo>
                <a:cubicBezTo>
                  <a:pt x="49" y="309"/>
                  <a:pt x="49" y="309"/>
                  <a:pt x="49" y="309"/>
                </a:cubicBezTo>
                <a:cubicBezTo>
                  <a:pt x="118" y="286"/>
                  <a:pt x="118" y="286"/>
                  <a:pt x="118" y="286"/>
                </a:cubicBezTo>
                <a:cubicBezTo>
                  <a:pt x="125" y="284"/>
                  <a:pt x="131" y="278"/>
                  <a:pt x="133" y="271"/>
                </a:cubicBezTo>
                <a:cubicBezTo>
                  <a:pt x="137" y="262"/>
                  <a:pt x="140" y="252"/>
                  <a:pt x="145" y="243"/>
                </a:cubicBezTo>
                <a:cubicBezTo>
                  <a:pt x="148" y="236"/>
                  <a:pt x="148" y="228"/>
                  <a:pt x="145" y="221"/>
                </a:cubicBezTo>
                <a:cubicBezTo>
                  <a:pt x="112" y="156"/>
                  <a:pt x="112" y="156"/>
                  <a:pt x="112" y="156"/>
                </a:cubicBezTo>
                <a:cubicBezTo>
                  <a:pt x="156" y="112"/>
                  <a:pt x="156" y="112"/>
                  <a:pt x="156" y="112"/>
                </a:cubicBezTo>
                <a:cubicBezTo>
                  <a:pt x="222" y="145"/>
                  <a:pt x="222" y="145"/>
                  <a:pt x="222" y="145"/>
                </a:cubicBezTo>
                <a:cubicBezTo>
                  <a:pt x="228" y="148"/>
                  <a:pt x="237" y="148"/>
                  <a:pt x="243" y="145"/>
                </a:cubicBezTo>
                <a:cubicBezTo>
                  <a:pt x="253" y="140"/>
                  <a:pt x="262" y="136"/>
                  <a:pt x="271" y="133"/>
                </a:cubicBezTo>
                <a:cubicBezTo>
                  <a:pt x="279" y="131"/>
                  <a:pt x="284" y="125"/>
                  <a:pt x="287" y="118"/>
                </a:cubicBezTo>
                <a:cubicBezTo>
                  <a:pt x="310" y="49"/>
                  <a:pt x="310" y="49"/>
                  <a:pt x="310" y="49"/>
                </a:cubicBezTo>
                <a:cubicBezTo>
                  <a:pt x="372" y="49"/>
                  <a:pt x="372" y="49"/>
                  <a:pt x="372" y="49"/>
                </a:cubicBezTo>
                <a:cubicBezTo>
                  <a:pt x="395" y="118"/>
                  <a:pt x="395" y="118"/>
                  <a:pt x="395" y="118"/>
                </a:cubicBezTo>
                <a:cubicBezTo>
                  <a:pt x="397" y="125"/>
                  <a:pt x="403" y="131"/>
                  <a:pt x="410" y="133"/>
                </a:cubicBezTo>
                <a:cubicBezTo>
                  <a:pt x="420" y="136"/>
                  <a:pt x="429" y="140"/>
                  <a:pt x="438" y="145"/>
                </a:cubicBezTo>
                <a:cubicBezTo>
                  <a:pt x="445" y="148"/>
                  <a:pt x="453" y="148"/>
                  <a:pt x="460" y="145"/>
                </a:cubicBezTo>
                <a:cubicBezTo>
                  <a:pt x="525" y="112"/>
                  <a:pt x="525" y="112"/>
                  <a:pt x="525" y="112"/>
                </a:cubicBezTo>
                <a:cubicBezTo>
                  <a:pt x="569" y="156"/>
                  <a:pt x="569" y="156"/>
                  <a:pt x="569" y="156"/>
                </a:cubicBezTo>
                <a:cubicBezTo>
                  <a:pt x="537" y="221"/>
                  <a:pt x="537" y="221"/>
                  <a:pt x="537" y="221"/>
                </a:cubicBezTo>
                <a:cubicBezTo>
                  <a:pt x="533" y="228"/>
                  <a:pt x="533" y="236"/>
                  <a:pt x="537" y="243"/>
                </a:cubicBezTo>
                <a:cubicBezTo>
                  <a:pt x="541" y="252"/>
                  <a:pt x="545" y="262"/>
                  <a:pt x="548" y="271"/>
                </a:cubicBezTo>
                <a:cubicBezTo>
                  <a:pt x="551" y="278"/>
                  <a:pt x="556" y="284"/>
                  <a:pt x="564" y="286"/>
                </a:cubicBezTo>
                <a:cubicBezTo>
                  <a:pt x="633" y="309"/>
                  <a:pt x="633" y="309"/>
                  <a:pt x="633" y="309"/>
                </a:cubicBezTo>
                <a:cubicBezTo>
                  <a:pt x="633" y="371"/>
                  <a:pt x="633" y="371"/>
                  <a:pt x="633" y="371"/>
                </a:cubicBezTo>
                <a:cubicBezTo>
                  <a:pt x="633" y="371"/>
                  <a:pt x="633" y="371"/>
                  <a:pt x="633" y="371"/>
                </a:cubicBezTo>
                <a:close/>
                <a:moveTo>
                  <a:pt x="388" y="415"/>
                </a:moveTo>
                <a:cubicBezTo>
                  <a:pt x="388" y="431"/>
                  <a:pt x="388" y="431"/>
                  <a:pt x="388" y="431"/>
                </a:cubicBezTo>
                <a:cubicBezTo>
                  <a:pt x="388" y="434"/>
                  <a:pt x="385" y="437"/>
                  <a:pt x="382" y="437"/>
                </a:cubicBezTo>
                <a:cubicBezTo>
                  <a:pt x="298" y="437"/>
                  <a:pt x="298" y="437"/>
                  <a:pt x="298" y="437"/>
                </a:cubicBezTo>
                <a:cubicBezTo>
                  <a:pt x="296" y="437"/>
                  <a:pt x="293" y="434"/>
                  <a:pt x="293" y="431"/>
                </a:cubicBezTo>
                <a:cubicBezTo>
                  <a:pt x="293" y="415"/>
                  <a:pt x="293" y="415"/>
                  <a:pt x="293" y="415"/>
                </a:cubicBezTo>
                <a:cubicBezTo>
                  <a:pt x="293" y="412"/>
                  <a:pt x="296" y="410"/>
                  <a:pt x="298" y="410"/>
                </a:cubicBezTo>
                <a:cubicBezTo>
                  <a:pt x="320" y="410"/>
                  <a:pt x="320" y="410"/>
                  <a:pt x="320" y="410"/>
                </a:cubicBezTo>
                <a:cubicBezTo>
                  <a:pt x="320" y="327"/>
                  <a:pt x="320" y="327"/>
                  <a:pt x="320" y="327"/>
                </a:cubicBezTo>
                <a:cubicBezTo>
                  <a:pt x="308" y="327"/>
                  <a:pt x="308" y="327"/>
                  <a:pt x="308" y="327"/>
                </a:cubicBezTo>
                <a:cubicBezTo>
                  <a:pt x="305" y="327"/>
                  <a:pt x="302" y="325"/>
                  <a:pt x="302" y="322"/>
                </a:cubicBezTo>
                <a:cubicBezTo>
                  <a:pt x="302" y="306"/>
                  <a:pt x="302" y="306"/>
                  <a:pt x="302" y="306"/>
                </a:cubicBezTo>
                <a:cubicBezTo>
                  <a:pt x="302" y="303"/>
                  <a:pt x="305" y="300"/>
                  <a:pt x="308" y="300"/>
                </a:cubicBezTo>
                <a:cubicBezTo>
                  <a:pt x="355" y="300"/>
                  <a:pt x="355" y="300"/>
                  <a:pt x="355" y="300"/>
                </a:cubicBezTo>
                <a:cubicBezTo>
                  <a:pt x="358" y="300"/>
                  <a:pt x="361" y="303"/>
                  <a:pt x="361" y="306"/>
                </a:cubicBezTo>
                <a:cubicBezTo>
                  <a:pt x="361" y="410"/>
                  <a:pt x="361" y="410"/>
                  <a:pt x="361" y="410"/>
                </a:cubicBezTo>
                <a:cubicBezTo>
                  <a:pt x="382" y="410"/>
                  <a:pt x="382" y="410"/>
                  <a:pt x="382" y="410"/>
                </a:cubicBezTo>
                <a:cubicBezTo>
                  <a:pt x="385" y="410"/>
                  <a:pt x="388" y="412"/>
                  <a:pt x="388" y="415"/>
                </a:cubicBezTo>
                <a:close/>
                <a:moveTo>
                  <a:pt x="325" y="279"/>
                </a:moveTo>
                <a:cubicBezTo>
                  <a:pt x="355" y="279"/>
                  <a:pt x="355" y="279"/>
                  <a:pt x="355" y="279"/>
                </a:cubicBezTo>
                <a:cubicBezTo>
                  <a:pt x="358" y="279"/>
                  <a:pt x="361" y="277"/>
                  <a:pt x="361" y="274"/>
                </a:cubicBezTo>
                <a:cubicBezTo>
                  <a:pt x="361" y="244"/>
                  <a:pt x="361" y="244"/>
                  <a:pt x="361" y="244"/>
                </a:cubicBezTo>
                <a:cubicBezTo>
                  <a:pt x="361" y="241"/>
                  <a:pt x="358" y="239"/>
                  <a:pt x="355" y="239"/>
                </a:cubicBezTo>
                <a:cubicBezTo>
                  <a:pt x="325" y="239"/>
                  <a:pt x="325" y="239"/>
                  <a:pt x="325" y="239"/>
                </a:cubicBezTo>
                <a:cubicBezTo>
                  <a:pt x="322" y="239"/>
                  <a:pt x="320" y="241"/>
                  <a:pt x="320" y="244"/>
                </a:cubicBezTo>
                <a:cubicBezTo>
                  <a:pt x="320" y="274"/>
                  <a:pt x="320" y="274"/>
                  <a:pt x="320" y="274"/>
                </a:cubicBezTo>
                <a:cubicBezTo>
                  <a:pt x="320" y="277"/>
                  <a:pt x="322" y="279"/>
                  <a:pt x="325" y="279"/>
                </a:cubicBezTo>
                <a:close/>
                <a:moveTo>
                  <a:pt x="496" y="340"/>
                </a:moveTo>
                <a:cubicBezTo>
                  <a:pt x="496" y="426"/>
                  <a:pt x="426" y="496"/>
                  <a:pt x="340" y="496"/>
                </a:cubicBezTo>
                <a:cubicBezTo>
                  <a:pt x="254" y="496"/>
                  <a:pt x="185" y="426"/>
                  <a:pt x="185" y="340"/>
                </a:cubicBezTo>
                <a:cubicBezTo>
                  <a:pt x="185" y="254"/>
                  <a:pt x="254" y="184"/>
                  <a:pt x="340" y="184"/>
                </a:cubicBezTo>
                <a:cubicBezTo>
                  <a:pt x="426" y="184"/>
                  <a:pt x="496" y="254"/>
                  <a:pt x="496" y="340"/>
                </a:cubicBezTo>
                <a:close/>
                <a:moveTo>
                  <a:pt x="468" y="340"/>
                </a:moveTo>
                <a:cubicBezTo>
                  <a:pt x="468" y="306"/>
                  <a:pt x="454" y="274"/>
                  <a:pt x="430" y="250"/>
                </a:cubicBezTo>
                <a:cubicBezTo>
                  <a:pt x="406" y="226"/>
                  <a:pt x="374" y="213"/>
                  <a:pt x="340" y="213"/>
                </a:cubicBezTo>
                <a:cubicBezTo>
                  <a:pt x="306" y="213"/>
                  <a:pt x="275" y="226"/>
                  <a:pt x="250" y="250"/>
                </a:cubicBezTo>
                <a:cubicBezTo>
                  <a:pt x="226" y="274"/>
                  <a:pt x="213" y="306"/>
                  <a:pt x="213" y="340"/>
                </a:cubicBezTo>
                <a:cubicBezTo>
                  <a:pt x="213" y="374"/>
                  <a:pt x="226" y="406"/>
                  <a:pt x="250" y="430"/>
                </a:cubicBezTo>
                <a:cubicBezTo>
                  <a:pt x="275" y="454"/>
                  <a:pt x="306" y="467"/>
                  <a:pt x="340" y="467"/>
                </a:cubicBezTo>
                <a:cubicBezTo>
                  <a:pt x="374" y="467"/>
                  <a:pt x="406" y="454"/>
                  <a:pt x="430" y="430"/>
                </a:cubicBezTo>
                <a:cubicBezTo>
                  <a:pt x="454" y="406"/>
                  <a:pt x="468" y="374"/>
                  <a:pt x="468" y="34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1177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深化整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4" y="0"/>
            <a:ext cx="12192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10"/>
          <p:cNvSpPr txBox="1"/>
          <p:nvPr userDrawn="1"/>
        </p:nvSpPr>
        <p:spPr>
          <a:xfrm>
            <a:off x="5122730" y="3013506"/>
            <a:ext cx="2954656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zh-CN" altLang="en-US" sz="4800" b="1" spc="600" dirty="0">
                <a:solidFill>
                  <a:prstClr val="white"/>
                </a:solidFill>
              </a:rPr>
              <a:t>深化整合</a:t>
            </a:r>
          </a:p>
        </p:txBody>
      </p:sp>
      <p:sp>
        <p:nvSpPr>
          <p:cNvPr id="8" name="Freeform 5"/>
          <p:cNvSpPr>
            <a:spLocks noEditPoints="1"/>
          </p:cNvSpPr>
          <p:nvPr userDrawn="1"/>
        </p:nvSpPr>
        <p:spPr bwMode="auto">
          <a:xfrm>
            <a:off x="4118546" y="3013501"/>
            <a:ext cx="825784" cy="830998"/>
          </a:xfrm>
          <a:custGeom>
            <a:avLst/>
            <a:gdLst>
              <a:gd name="T0" fmla="*/ 68 w 699"/>
              <a:gd name="T1" fmla="*/ 324 h 705"/>
              <a:gd name="T2" fmla="*/ 105 w 699"/>
              <a:gd name="T3" fmla="*/ 650 h 705"/>
              <a:gd name="T4" fmla="*/ 301 w 699"/>
              <a:gd name="T5" fmla="*/ 681 h 705"/>
              <a:gd name="T6" fmla="*/ 154 w 699"/>
              <a:gd name="T7" fmla="*/ 657 h 705"/>
              <a:gd name="T8" fmla="*/ 69 w 699"/>
              <a:gd name="T9" fmla="*/ 446 h 705"/>
              <a:gd name="T10" fmla="*/ 112 w 699"/>
              <a:gd name="T11" fmla="*/ 327 h 705"/>
              <a:gd name="T12" fmla="*/ 653 w 699"/>
              <a:gd name="T13" fmla="*/ 313 h 705"/>
              <a:gd name="T14" fmla="*/ 383 w 699"/>
              <a:gd name="T15" fmla="*/ 0 h 705"/>
              <a:gd name="T16" fmla="*/ 460 w 699"/>
              <a:gd name="T17" fmla="*/ 368 h 705"/>
              <a:gd name="T18" fmla="*/ 409 w 699"/>
              <a:gd name="T19" fmla="*/ 427 h 705"/>
              <a:gd name="T20" fmla="*/ 323 w 699"/>
              <a:gd name="T21" fmla="*/ 428 h 705"/>
              <a:gd name="T22" fmla="*/ 272 w 699"/>
              <a:gd name="T23" fmla="*/ 336 h 705"/>
              <a:gd name="T24" fmla="*/ 246 w 699"/>
              <a:gd name="T25" fmla="*/ 263 h 705"/>
              <a:gd name="T26" fmla="*/ 278 w 699"/>
              <a:gd name="T27" fmla="*/ 205 h 705"/>
              <a:gd name="T28" fmla="*/ 354 w 699"/>
              <a:gd name="T29" fmla="*/ 189 h 705"/>
              <a:gd name="T30" fmla="*/ 459 w 699"/>
              <a:gd name="T31" fmla="*/ 185 h 705"/>
              <a:gd name="T32" fmla="*/ 504 w 699"/>
              <a:gd name="T33" fmla="*/ 258 h 705"/>
              <a:gd name="T34" fmla="*/ 504 w 699"/>
              <a:gd name="T35" fmla="*/ 304 h 705"/>
              <a:gd name="T36" fmla="*/ 435 w 699"/>
              <a:gd name="T37" fmla="*/ 227 h 705"/>
              <a:gd name="T38" fmla="*/ 413 w 699"/>
              <a:gd name="T39" fmla="*/ 191 h 705"/>
              <a:gd name="T40" fmla="*/ 317 w 699"/>
              <a:gd name="T41" fmla="*/ 182 h 705"/>
              <a:gd name="T42" fmla="*/ 295 w 699"/>
              <a:gd name="T43" fmla="*/ 253 h 705"/>
              <a:gd name="T44" fmla="*/ 246 w 699"/>
              <a:gd name="T45" fmla="*/ 309 h 705"/>
              <a:gd name="T46" fmla="*/ 305 w 699"/>
              <a:gd name="T47" fmla="*/ 386 h 705"/>
              <a:gd name="T48" fmla="*/ 347 w 699"/>
              <a:gd name="T49" fmla="*/ 386 h 705"/>
              <a:gd name="T50" fmla="*/ 449 w 699"/>
              <a:gd name="T51" fmla="*/ 404 h 705"/>
              <a:gd name="T52" fmla="*/ 465 w 699"/>
              <a:gd name="T53" fmla="*/ 314 h 705"/>
              <a:gd name="T54" fmla="*/ 335 w 699"/>
              <a:gd name="T55" fmla="*/ 275 h 705"/>
              <a:gd name="T56" fmla="*/ 389 w 699"/>
              <a:gd name="T57" fmla="*/ 273 h 705"/>
              <a:gd name="T58" fmla="*/ 389 w 699"/>
              <a:gd name="T59" fmla="*/ 273 h 705"/>
              <a:gd name="T60" fmla="*/ 590 w 699"/>
              <a:gd name="T61" fmla="*/ 473 h 705"/>
              <a:gd name="T62" fmla="*/ 563 w 699"/>
              <a:gd name="T63" fmla="*/ 506 h 705"/>
              <a:gd name="T64" fmla="*/ 517 w 699"/>
              <a:gd name="T65" fmla="*/ 507 h 705"/>
              <a:gd name="T66" fmla="*/ 489 w 699"/>
              <a:gd name="T67" fmla="*/ 458 h 705"/>
              <a:gd name="T68" fmla="*/ 474 w 699"/>
              <a:gd name="T69" fmla="*/ 419 h 705"/>
              <a:gd name="T70" fmla="*/ 491 w 699"/>
              <a:gd name="T71" fmla="*/ 388 h 705"/>
              <a:gd name="T72" fmla="*/ 531 w 699"/>
              <a:gd name="T73" fmla="*/ 378 h 705"/>
              <a:gd name="T74" fmla="*/ 588 w 699"/>
              <a:gd name="T75" fmla="*/ 375 h 705"/>
              <a:gd name="T76" fmla="*/ 612 w 699"/>
              <a:gd name="T77" fmla="*/ 414 h 705"/>
              <a:gd name="T78" fmla="*/ 613 w 699"/>
              <a:gd name="T79" fmla="*/ 439 h 705"/>
              <a:gd name="T80" fmla="*/ 576 w 699"/>
              <a:gd name="T81" fmla="*/ 398 h 705"/>
              <a:gd name="T82" fmla="*/ 563 w 699"/>
              <a:gd name="T83" fmla="*/ 379 h 705"/>
              <a:gd name="T84" fmla="*/ 512 w 699"/>
              <a:gd name="T85" fmla="*/ 375 h 705"/>
              <a:gd name="T86" fmla="*/ 500 w 699"/>
              <a:gd name="T87" fmla="*/ 413 h 705"/>
              <a:gd name="T88" fmla="*/ 475 w 699"/>
              <a:gd name="T89" fmla="*/ 444 h 705"/>
              <a:gd name="T90" fmla="*/ 507 w 699"/>
              <a:gd name="T91" fmla="*/ 485 h 705"/>
              <a:gd name="T92" fmla="*/ 530 w 699"/>
              <a:gd name="T93" fmla="*/ 484 h 705"/>
              <a:gd name="T94" fmla="*/ 585 w 699"/>
              <a:gd name="T95" fmla="*/ 493 h 705"/>
              <a:gd name="T96" fmla="*/ 593 w 699"/>
              <a:gd name="T97" fmla="*/ 445 h 705"/>
              <a:gd name="T98" fmla="*/ 522 w 699"/>
              <a:gd name="T99" fmla="*/ 425 h 705"/>
              <a:gd name="T100" fmla="*/ 551 w 699"/>
              <a:gd name="T101" fmla="*/ 423 h 705"/>
              <a:gd name="T102" fmla="*/ 551 w 699"/>
              <a:gd name="T103" fmla="*/ 423 h 7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99" h="705">
                <a:moveTo>
                  <a:pt x="383" y="0"/>
                </a:moveTo>
                <a:cubicBezTo>
                  <a:pt x="382" y="0"/>
                  <a:pt x="380" y="0"/>
                  <a:pt x="379" y="0"/>
                </a:cubicBezTo>
                <a:cubicBezTo>
                  <a:pt x="205" y="3"/>
                  <a:pt x="65" y="146"/>
                  <a:pt x="67" y="320"/>
                </a:cubicBezTo>
                <a:cubicBezTo>
                  <a:pt x="67" y="322"/>
                  <a:pt x="67" y="323"/>
                  <a:pt x="68" y="324"/>
                </a:cubicBezTo>
                <a:cubicBezTo>
                  <a:pt x="46" y="347"/>
                  <a:pt x="0" y="399"/>
                  <a:pt x="1" y="436"/>
                </a:cubicBezTo>
                <a:cubicBezTo>
                  <a:pt x="1" y="476"/>
                  <a:pt x="39" y="491"/>
                  <a:pt x="67" y="491"/>
                </a:cubicBezTo>
                <a:cubicBezTo>
                  <a:pt x="98" y="498"/>
                  <a:pt x="98" y="498"/>
                  <a:pt x="98" y="498"/>
                </a:cubicBezTo>
                <a:cubicBezTo>
                  <a:pt x="105" y="650"/>
                  <a:pt x="105" y="650"/>
                  <a:pt x="105" y="650"/>
                </a:cubicBezTo>
                <a:cubicBezTo>
                  <a:pt x="106" y="681"/>
                  <a:pt x="131" y="705"/>
                  <a:pt x="162" y="705"/>
                </a:cubicBezTo>
                <a:cubicBezTo>
                  <a:pt x="162" y="705"/>
                  <a:pt x="162" y="705"/>
                  <a:pt x="163" y="705"/>
                </a:cubicBezTo>
                <a:cubicBezTo>
                  <a:pt x="279" y="704"/>
                  <a:pt x="279" y="704"/>
                  <a:pt x="279" y="704"/>
                </a:cubicBezTo>
                <a:cubicBezTo>
                  <a:pt x="291" y="704"/>
                  <a:pt x="301" y="693"/>
                  <a:pt x="301" y="681"/>
                </a:cubicBezTo>
                <a:cubicBezTo>
                  <a:pt x="301" y="668"/>
                  <a:pt x="291" y="659"/>
                  <a:pt x="278" y="659"/>
                </a:cubicBezTo>
                <a:cubicBezTo>
                  <a:pt x="278" y="659"/>
                  <a:pt x="278" y="659"/>
                  <a:pt x="278" y="659"/>
                </a:cubicBezTo>
                <a:cubicBezTo>
                  <a:pt x="162" y="660"/>
                  <a:pt x="162" y="660"/>
                  <a:pt x="162" y="660"/>
                </a:cubicBezTo>
                <a:cubicBezTo>
                  <a:pt x="158" y="660"/>
                  <a:pt x="155" y="658"/>
                  <a:pt x="154" y="657"/>
                </a:cubicBezTo>
                <a:cubicBezTo>
                  <a:pt x="153" y="656"/>
                  <a:pt x="151" y="653"/>
                  <a:pt x="151" y="649"/>
                </a:cubicBezTo>
                <a:cubicBezTo>
                  <a:pt x="141" y="461"/>
                  <a:pt x="141" y="461"/>
                  <a:pt x="141" y="461"/>
                </a:cubicBezTo>
                <a:cubicBezTo>
                  <a:pt x="71" y="446"/>
                  <a:pt x="71" y="446"/>
                  <a:pt x="71" y="446"/>
                </a:cubicBezTo>
                <a:cubicBezTo>
                  <a:pt x="69" y="446"/>
                  <a:pt x="69" y="446"/>
                  <a:pt x="69" y="446"/>
                </a:cubicBezTo>
                <a:cubicBezTo>
                  <a:pt x="69" y="446"/>
                  <a:pt x="61" y="446"/>
                  <a:pt x="54" y="443"/>
                </a:cubicBezTo>
                <a:cubicBezTo>
                  <a:pt x="46" y="441"/>
                  <a:pt x="46" y="438"/>
                  <a:pt x="46" y="435"/>
                </a:cubicBezTo>
                <a:cubicBezTo>
                  <a:pt x="46" y="422"/>
                  <a:pt x="74" y="382"/>
                  <a:pt x="106" y="350"/>
                </a:cubicBezTo>
                <a:cubicBezTo>
                  <a:pt x="112" y="343"/>
                  <a:pt x="114" y="334"/>
                  <a:pt x="112" y="327"/>
                </a:cubicBezTo>
                <a:cubicBezTo>
                  <a:pt x="112" y="324"/>
                  <a:pt x="113" y="322"/>
                  <a:pt x="113" y="320"/>
                </a:cubicBezTo>
                <a:cubicBezTo>
                  <a:pt x="111" y="171"/>
                  <a:pt x="230" y="48"/>
                  <a:pt x="380" y="46"/>
                </a:cubicBezTo>
                <a:cubicBezTo>
                  <a:pt x="381" y="46"/>
                  <a:pt x="382" y="46"/>
                  <a:pt x="383" y="46"/>
                </a:cubicBezTo>
                <a:cubicBezTo>
                  <a:pt x="531" y="46"/>
                  <a:pt x="652" y="165"/>
                  <a:pt x="653" y="313"/>
                </a:cubicBezTo>
                <a:cubicBezTo>
                  <a:pt x="654" y="325"/>
                  <a:pt x="664" y="335"/>
                  <a:pt x="676" y="335"/>
                </a:cubicBezTo>
                <a:cubicBezTo>
                  <a:pt x="676" y="335"/>
                  <a:pt x="676" y="335"/>
                  <a:pt x="676" y="335"/>
                </a:cubicBezTo>
                <a:cubicBezTo>
                  <a:pt x="689" y="335"/>
                  <a:pt x="699" y="325"/>
                  <a:pt x="699" y="312"/>
                </a:cubicBezTo>
                <a:cubicBezTo>
                  <a:pt x="696" y="139"/>
                  <a:pt x="555" y="0"/>
                  <a:pt x="383" y="0"/>
                </a:cubicBezTo>
                <a:close/>
                <a:moveTo>
                  <a:pt x="504" y="332"/>
                </a:moveTo>
                <a:cubicBezTo>
                  <a:pt x="479" y="333"/>
                  <a:pt x="479" y="333"/>
                  <a:pt x="479" y="333"/>
                </a:cubicBezTo>
                <a:cubicBezTo>
                  <a:pt x="477" y="339"/>
                  <a:pt x="475" y="345"/>
                  <a:pt x="471" y="351"/>
                </a:cubicBezTo>
                <a:cubicBezTo>
                  <a:pt x="468" y="357"/>
                  <a:pt x="464" y="363"/>
                  <a:pt x="460" y="368"/>
                </a:cubicBezTo>
                <a:cubicBezTo>
                  <a:pt x="472" y="389"/>
                  <a:pt x="472" y="389"/>
                  <a:pt x="472" y="389"/>
                </a:cubicBezTo>
                <a:cubicBezTo>
                  <a:pt x="478" y="398"/>
                  <a:pt x="475" y="409"/>
                  <a:pt x="466" y="415"/>
                </a:cubicBezTo>
                <a:cubicBezTo>
                  <a:pt x="434" y="434"/>
                  <a:pt x="434" y="434"/>
                  <a:pt x="434" y="434"/>
                </a:cubicBezTo>
                <a:cubicBezTo>
                  <a:pt x="425" y="439"/>
                  <a:pt x="414" y="436"/>
                  <a:pt x="409" y="427"/>
                </a:cubicBezTo>
                <a:cubicBezTo>
                  <a:pt x="396" y="406"/>
                  <a:pt x="396" y="406"/>
                  <a:pt x="396" y="406"/>
                </a:cubicBezTo>
                <a:cubicBezTo>
                  <a:pt x="383" y="408"/>
                  <a:pt x="369" y="409"/>
                  <a:pt x="356" y="407"/>
                </a:cubicBezTo>
                <a:cubicBezTo>
                  <a:pt x="348" y="421"/>
                  <a:pt x="348" y="421"/>
                  <a:pt x="348" y="421"/>
                </a:cubicBezTo>
                <a:cubicBezTo>
                  <a:pt x="343" y="429"/>
                  <a:pt x="332" y="433"/>
                  <a:pt x="323" y="428"/>
                </a:cubicBezTo>
                <a:cubicBezTo>
                  <a:pt x="291" y="410"/>
                  <a:pt x="291" y="410"/>
                  <a:pt x="291" y="410"/>
                </a:cubicBezTo>
                <a:cubicBezTo>
                  <a:pt x="282" y="405"/>
                  <a:pt x="279" y="394"/>
                  <a:pt x="284" y="385"/>
                </a:cubicBezTo>
                <a:cubicBezTo>
                  <a:pt x="292" y="371"/>
                  <a:pt x="292" y="371"/>
                  <a:pt x="292" y="371"/>
                </a:cubicBezTo>
                <a:cubicBezTo>
                  <a:pt x="283" y="361"/>
                  <a:pt x="276" y="349"/>
                  <a:pt x="272" y="336"/>
                </a:cubicBezTo>
                <a:cubicBezTo>
                  <a:pt x="246" y="337"/>
                  <a:pt x="246" y="337"/>
                  <a:pt x="246" y="337"/>
                </a:cubicBezTo>
                <a:cubicBezTo>
                  <a:pt x="236" y="337"/>
                  <a:pt x="228" y="329"/>
                  <a:pt x="228" y="318"/>
                </a:cubicBezTo>
                <a:cubicBezTo>
                  <a:pt x="227" y="281"/>
                  <a:pt x="227" y="281"/>
                  <a:pt x="227" y="281"/>
                </a:cubicBezTo>
                <a:cubicBezTo>
                  <a:pt x="227" y="271"/>
                  <a:pt x="236" y="263"/>
                  <a:pt x="246" y="263"/>
                </a:cubicBezTo>
                <a:cubicBezTo>
                  <a:pt x="271" y="262"/>
                  <a:pt x="271" y="262"/>
                  <a:pt x="271" y="262"/>
                </a:cubicBezTo>
                <a:cubicBezTo>
                  <a:pt x="273" y="256"/>
                  <a:pt x="275" y="250"/>
                  <a:pt x="279" y="244"/>
                </a:cubicBezTo>
                <a:cubicBezTo>
                  <a:pt x="282" y="238"/>
                  <a:pt x="286" y="232"/>
                  <a:pt x="290" y="227"/>
                </a:cubicBezTo>
                <a:cubicBezTo>
                  <a:pt x="278" y="205"/>
                  <a:pt x="278" y="205"/>
                  <a:pt x="278" y="205"/>
                </a:cubicBezTo>
                <a:cubicBezTo>
                  <a:pt x="272" y="197"/>
                  <a:pt x="275" y="185"/>
                  <a:pt x="284" y="180"/>
                </a:cubicBezTo>
                <a:cubicBezTo>
                  <a:pt x="316" y="161"/>
                  <a:pt x="316" y="161"/>
                  <a:pt x="316" y="161"/>
                </a:cubicBezTo>
                <a:cubicBezTo>
                  <a:pt x="325" y="156"/>
                  <a:pt x="336" y="159"/>
                  <a:pt x="341" y="167"/>
                </a:cubicBezTo>
                <a:cubicBezTo>
                  <a:pt x="354" y="189"/>
                  <a:pt x="354" y="189"/>
                  <a:pt x="354" y="189"/>
                </a:cubicBezTo>
                <a:cubicBezTo>
                  <a:pt x="367" y="186"/>
                  <a:pt x="381" y="186"/>
                  <a:pt x="394" y="188"/>
                </a:cubicBezTo>
                <a:cubicBezTo>
                  <a:pt x="402" y="174"/>
                  <a:pt x="402" y="174"/>
                  <a:pt x="402" y="174"/>
                </a:cubicBezTo>
                <a:cubicBezTo>
                  <a:pt x="407" y="165"/>
                  <a:pt x="418" y="162"/>
                  <a:pt x="427" y="167"/>
                </a:cubicBezTo>
                <a:cubicBezTo>
                  <a:pt x="459" y="185"/>
                  <a:pt x="459" y="185"/>
                  <a:pt x="459" y="185"/>
                </a:cubicBezTo>
                <a:cubicBezTo>
                  <a:pt x="468" y="190"/>
                  <a:pt x="471" y="201"/>
                  <a:pt x="466" y="210"/>
                </a:cubicBezTo>
                <a:cubicBezTo>
                  <a:pt x="458" y="224"/>
                  <a:pt x="458" y="224"/>
                  <a:pt x="458" y="224"/>
                </a:cubicBezTo>
                <a:cubicBezTo>
                  <a:pt x="467" y="234"/>
                  <a:pt x="474" y="246"/>
                  <a:pt x="478" y="259"/>
                </a:cubicBezTo>
                <a:cubicBezTo>
                  <a:pt x="504" y="258"/>
                  <a:pt x="504" y="258"/>
                  <a:pt x="504" y="258"/>
                </a:cubicBezTo>
                <a:cubicBezTo>
                  <a:pt x="514" y="258"/>
                  <a:pt x="522" y="266"/>
                  <a:pt x="522" y="276"/>
                </a:cubicBezTo>
                <a:cubicBezTo>
                  <a:pt x="523" y="313"/>
                  <a:pt x="523" y="313"/>
                  <a:pt x="523" y="313"/>
                </a:cubicBezTo>
                <a:cubicBezTo>
                  <a:pt x="523" y="323"/>
                  <a:pt x="515" y="332"/>
                  <a:pt x="504" y="332"/>
                </a:cubicBezTo>
                <a:close/>
                <a:moveTo>
                  <a:pt x="504" y="304"/>
                </a:moveTo>
                <a:cubicBezTo>
                  <a:pt x="504" y="286"/>
                  <a:pt x="504" y="286"/>
                  <a:pt x="504" y="286"/>
                </a:cubicBezTo>
                <a:cubicBezTo>
                  <a:pt x="504" y="281"/>
                  <a:pt x="500" y="277"/>
                  <a:pt x="495" y="277"/>
                </a:cubicBezTo>
                <a:cubicBezTo>
                  <a:pt x="465" y="277"/>
                  <a:pt x="465" y="277"/>
                  <a:pt x="465" y="277"/>
                </a:cubicBezTo>
                <a:cubicBezTo>
                  <a:pt x="461" y="258"/>
                  <a:pt x="451" y="240"/>
                  <a:pt x="435" y="227"/>
                </a:cubicBezTo>
                <a:cubicBezTo>
                  <a:pt x="445" y="209"/>
                  <a:pt x="445" y="209"/>
                  <a:pt x="445" y="209"/>
                </a:cubicBezTo>
                <a:cubicBezTo>
                  <a:pt x="448" y="205"/>
                  <a:pt x="446" y="199"/>
                  <a:pt x="442" y="197"/>
                </a:cubicBezTo>
                <a:cubicBezTo>
                  <a:pt x="426" y="188"/>
                  <a:pt x="426" y="188"/>
                  <a:pt x="426" y="188"/>
                </a:cubicBezTo>
                <a:cubicBezTo>
                  <a:pt x="421" y="185"/>
                  <a:pt x="416" y="187"/>
                  <a:pt x="413" y="191"/>
                </a:cubicBezTo>
                <a:cubicBezTo>
                  <a:pt x="403" y="209"/>
                  <a:pt x="403" y="209"/>
                  <a:pt x="403" y="209"/>
                </a:cubicBezTo>
                <a:cubicBezTo>
                  <a:pt x="384" y="203"/>
                  <a:pt x="363" y="204"/>
                  <a:pt x="345" y="210"/>
                </a:cubicBezTo>
                <a:cubicBezTo>
                  <a:pt x="330" y="185"/>
                  <a:pt x="330" y="185"/>
                  <a:pt x="330" y="185"/>
                </a:cubicBezTo>
                <a:cubicBezTo>
                  <a:pt x="327" y="180"/>
                  <a:pt x="322" y="179"/>
                  <a:pt x="317" y="182"/>
                </a:cubicBezTo>
                <a:cubicBezTo>
                  <a:pt x="301" y="191"/>
                  <a:pt x="301" y="191"/>
                  <a:pt x="301" y="191"/>
                </a:cubicBezTo>
                <a:cubicBezTo>
                  <a:pt x="297" y="194"/>
                  <a:pt x="296" y="199"/>
                  <a:pt x="298" y="204"/>
                </a:cubicBezTo>
                <a:cubicBezTo>
                  <a:pt x="313" y="229"/>
                  <a:pt x="313" y="229"/>
                  <a:pt x="313" y="229"/>
                </a:cubicBezTo>
                <a:cubicBezTo>
                  <a:pt x="306" y="236"/>
                  <a:pt x="300" y="244"/>
                  <a:pt x="295" y="253"/>
                </a:cubicBezTo>
                <a:cubicBezTo>
                  <a:pt x="290" y="262"/>
                  <a:pt x="287" y="271"/>
                  <a:pt x="285" y="280"/>
                </a:cubicBezTo>
                <a:cubicBezTo>
                  <a:pt x="255" y="281"/>
                  <a:pt x="255" y="281"/>
                  <a:pt x="255" y="281"/>
                </a:cubicBezTo>
                <a:cubicBezTo>
                  <a:pt x="250" y="281"/>
                  <a:pt x="246" y="285"/>
                  <a:pt x="246" y="290"/>
                </a:cubicBezTo>
                <a:cubicBezTo>
                  <a:pt x="246" y="309"/>
                  <a:pt x="246" y="309"/>
                  <a:pt x="246" y="309"/>
                </a:cubicBezTo>
                <a:cubicBezTo>
                  <a:pt x="246" y="314"/>
                  <a:pt x="250" y="318"/>
                  <a:pt x="255" y="318"/>
                </a:cubicBezTo>
                <a:cubicBezTo>
                  <a:pt x="285" y="317"/>
                  <a:pt x="285" y="317"/>
                  <a:pt x="285" y="317"/>
                </a:cubicBezTo>
                <a:cubicBezTo>
                  <a:pt x="289" y="337"/>
                  <a:pt x="299" y="354"/>
                  <a:pt x="315" y="368"/>
                </a:cubicBezTo>
                <a:cubicBezTo>
                  <a:pt x="305" y="386"/>
                  <a:pt x="305" y="386"/>
                  <a:pt x="305" y="386"/>
                </a:cubicBezTo>
                <a:cubicBezTo>
                  <a:pt x="302" y="390"/>
                  <a:pt x="304" y="396"/>
                  <a:pt x="308" y="398"/>
                </a:cubicBezTo>
                <a:cubicBezTo>
                  <a:pt x="324" y="407"/>
                  <a:pt x="324" y="407"/>
                  <a:pt x="324" y="407"/>
                </a:cubicBezTo>
                <a:cubicBezTo>
                  <a:pt x="329" y="410"/>
                  <a:pt x="334" y="408"/>
                  <a:pt x="337" y="403"/>
                </a:cubicBezTo>
                <a:cubicBezTo>
                  <a:pt x="347" y="386"/>
                  <a:pt x="347" y="386"/>
                  <a:pt x="347" y="386"/>
                </a:cubicBezTo>
                <a:cubicBezTo>
                  <a:pt x="366" y="392"/>
                  <a:pt x="387" y="391"/>
                  <a:pt x="405" y="385"/>
                </a:cubicBezTo>
                <a:cubicBezTo>
                  <a:pt x="420" y="410"/>
                  <a:pt x="420" y="410"/>
                  <a:pt x="420" y="410"/>
                </a:cubicBezTo>
                <a:cubicBezTo>
                  <a:pt x="423" y="414"/>
                  <a:pt x="428" y="416"/>
                  <a:pt x="433" y="413"/>
                </a:cubicBezTo>
                <a:cubicBezTo>
                  <a:pt x="449" y="404"/>
                  <a:pt x="449" y="404"/>
                  <a:pt x="449" y="404"/>
                </a:cubicBezTo>
                <a:cubicBezTo>
                  <a:pt x="453" y="401"/>
                  <a:pt x="454" y="395"/>
                  <a:pt x="452" y="391"/>
                </a:cubicBezTo>
                <a:cubicBezTo>
                  <a:pt x="437" y="365"/>
                  <a:pt x="437" y="365"/>
                  <a:pt x="437" y="365"/>
                </a:cubicBezTo>
                <a:cubicBezTo>
                  <a:pt x="444" y="359"/>
                  <a:pt x="450" y="351"/>
                  <a:pt x="455" y="342"/>
                </a:cubicBezTo>
                <a:cubicBezTo>
                  <a:pt x="460" y="333"/>
                  <a:pt x="463" y="324"/>
                  <a:pt x="465" y="314"/>
                </a:cubicBezTo>
                <a:cubicBezTo>
                  <a:pt x="495" y="314"/>
                  <a:pt x="495" y="314"/>
                  <a:pt x="495" y="314"/>
                </a:cubicBezTo>
                <a:cubicBezTo>
                  <a:pt x="500" y="314"/>
                  <a:pt x="504" y="309"/>
                  <a:pt x="504" y="304"/>
                </a:cubicBezTo>
                <a:close/>
                <a:moveTo>
                  <a:pt x="352" y="338"/>
                </a:moveTo>
                <a:cubicBezTo>
                  <a:pt x="330" y="325"/>
                  <a:pt x="322" y="297"/>
                  <a:pt x="335" y="275"/>
                </a:cubicBezTo>
                <a:cubicBezTo>
                  <a:pt x="347" y="253"/>
                  <a:pt x="375" y="245"/>
                  <a:pt x="398" y="257"/>
                </a:cubicBezTo>
                <a:cubicBezTo>
                  <a:pt x="420" y="269"/>
                  <a:pt x="428" y="297"/>
                  <a:pt x="415" y="320"/>
                </a:cubicBezTo>
                <a:cubicBezTo>
                  <a:pt x="403" y="342"/>
                  <a:pt x="375" y="350"/>
                  <a:pt x="352" y="338"/>
                </a:cubicBezTo>
                <a:close/>
                <a:moveTo>
                  <a:pt x="389" y="273"/>
                </a:moveTo>
                <a:cubicBezTo>
                  <a:pt x="375" y="266"/>
                  <a:pt x="358" y="271"/>
                  <a:pt x="351" y="284"/>
                </a:cubicBezTo>
                <a:cubicBezTo>
                  <a:pt x="343" y="297"/>
                  <a:pt x="348" y="314"/>
                  <a:pt x="361" y="322"/>
                </a:cubicBezTo>
                <a:cubicBezTo>
                  <a:pt x="375" y="329"/>
                  <a:pt x="392" y="324"/>
                  <a:pt x="399" y="311"/>
                </a:cubicBezTo>
                <a:cubicBezTo>
                  <a:pt x="407" y="297"/>
                  <a:pt x="402" y="281"/>
                  <a:pt x="389" y="273"/>
                </a:cubicBezTo>
                <a:close/>
                <a:moveTo>
                  <a:pt x="614" y="454"/>
                </a:moveTo>
                <a:cubicBezTo>
                  <a:pt x="600" y="454"/>
                  <a:pt x="600" y="454"/>
                  <a:pt x="600" y="454"/>
                </a:cubicBezTo>
                <a:cubicBezTo>
                  <a:pt x="599" y="458"/>
                  <a:pt x="598" y="461"/>
                  <a:pt x="596" y="464"/>
                </a:cubicBezTo>
                <a:cubicBezTo>
                  <a:pt x="594" y="468"/>
                  <a:pt x="592" y="471"/>
                  <a:pt x="590" y="473"/>
                </a:cubicBezTo>
                <a:cubicBezTo>
                  <a:pt x="597" y="485"/>
                  <a:pt x="597" y="485"/>
                  <a:pt x="597" y="485"/>
                </a:cubicBezTo>
                <a:cubicBezTo>
                  <a:pt x="600" y="489"/>
                  <a:pt x="599" y="496"/>
                  <a:pt x="594" y="498"/>
                </a:cubicBezTo>
                <a:cubicBezTo>
                  <a:pt x="577" y="509"/>
                  <a:pt x="577" y="509"/>
                  <a:pt x="577" y="509"/>
                </a:cubicBezTo>
                <a:cubicBezTo>
                  <a:pt x="572" y="512"/>
                  <a:pt x="566" y="511"/>
                  <a:pt x="563" y="506"/>
                </a:cubicBezTo>
                <a:cubicBezTo>
                  <a:pt x="556" y="494"/>
                  <a:pt x="556" y="494"/>
                  <a:pt x="556" y="494"/>
                </a:cubicBezTo>
                <a:cubicBezTo>
                  <a:pt x="549" y="496"/>
                  <a:pt x="542" y="496"/>
                  <a:pt x="535" y="495"/>
                </a:cubicBezTo>
                <a:cubicBezTo>
                  <a:pt x="531" y="503"/>
                  <a:pt x="531" y="503"/>
                  <a:pt x="531" y="503"/>
                </a:cubicBezTo>
                <a:cubicBezTo>
                  <a:pt x="528" y="508"/>
                  <a:pt x="522" y="510"/>
                  <a:pt x="517" y="507"/>
                </a:cubicBezTo>
                <a:cubicBezTo>
                  <a:pt x="500" y="498"/>
                  <a:pt x="500" y="498"/>
                  <a:pt x="500" y="498"/>
                </a:cubicBezTo>
                <a:cubicBezTo>
                  <a:pt x="495" y="495"/>
                  <a:pt x="493" y="489"/>
                  <a:pt x="496" y="484"/>
                </a:cubicBezTo>
                <a:cubicBezTo>
                  <a:pt x="500" y="477"/>
                  <a:pt x="500" y="477"/>
                  <a:pt x="500" y="477"/>
                </a:cubicBezTo>
                <a:cubicBezTo>
                  <a:pt x="495" y="471"/>
                  <a:pt x="491" y="465"/>
                  <a:pt x="489" y="458"/>
                </a:cubicBezTo>
                <a:cubicBezTo>
                  <a:pt x="475" y="459"/>
                  <a:pt x="475" y="459"/>
                  <a:pt x="475" y="459"/>
                </a:cubicBezTo>
                <a:cubicBezTo>
                  <a:pt x="470" y="459"/>
                  <a:pt x="465" y="455"/>
                  <a:pt x="465" y="449"/>
                </a:cubicBezTo>
                <a:cubicBezTo>
                  <a:pt x="464" y="429"/>
                  <a:pt x="464" y="429"/>
                  <a:pt x="464" y="429"/>
                </a:cubicBezTo>
                <a:cubicBezTo>
                  <a:pt x="464" y="424"/>
                  <a:pt x="468" y="419"/>
                  <a:pt x="474" y="419"/>
                </a:cubicBezTo>
                <a:cubicBezTo>
                  <a:pt x="487" y="419"/>
                  <a:pt x="487" y="419"/>
                  <a:pt x="487" y="419"/>
                </a:cubicBezTo>
                <a:cubicBezTo>
                  <a:pt x="488" y="415"/>
                  <a:pt x="490" y="412"/>
                  <a:pt x="492" y="409"/>
                </a:cubicBezTo>
                <a:cubicBezTo>
                  <a:pt x="493" y="405"/>
                  <a:pt x="495" y="402"/>
                  <a:pt x="498" y="399"/>
                </a:cubicBezTo>
                <a:cubicBezTo>
                  <a:pt x="491" y="388"/>
                  <a:pt x="491" y="388"/>
                  <a:pt x="491" y="388"/>
                </a:cubicBezTo>
                <a:cubicBezTo>
                  <a:pt x="488" y="383"/>
                  <a:pt x="489" y="377"/>
                  <a:pt x="494" y="374"/>
                </a:cubicBezTo>
                <a:cubicBezTo>
                  <a:pt x="511" y="364"/>
                  <a:pt x="511" y="364"/>
                  <a:pt x="511" y="364"/>
                </a:cubicBezTo>
                <a:cubicBezTo>
                  <a:pt x="515" y="361"/>
                  <a:pt x="521" y="362"/>
                  <a:pt x="524" y="367"/>
                </a:cubicBezTo>
                <a:cubicBezTo>
                  <a:pt x="531" y="378"/>
                  <a:pt x="531" y="378"/>
                  <a:pt x="531" y="378"/>
                </a:cubicBezTo>
                <a:cubicBezTo>
                  <a:pt x="538" y="377"/>
                  <a:pt x="546" y="376"/>
                  <a:pt x="553" y="377"/>
                </a:cubicBezTo>
                <a:cubicBezTo>
                  <a:pt x="557" y="370"/>
                  <a:pt x="557" y="370"/>
                  <a:pt x="557" y="370"/>
                </a:cubicBezTo>
                <a:cubicBezTo>
                  <a:pt x="559" y="365"/>
                  <a:pt x="565" y="363"/>
                  <a:pt x="570" y="366"/>
                </a:cubicBezTo>
                <a:cubicBezTo>
                  <a:pt x="588" y="375"/>
                  <a:pt x="588" y="375"/>
                  <a:pt x="588" y="375"/>
                </a:cubicBezTo>
                <a:cubicBezTo>
                  <a:pt x="593" y="378"/>
                  <a:pt x="594" y="384"/>
                  <a:pt x="592" y="389"/>
                </a:cubicBezTo>
                <a:cubicBezTo>
                  <a:pt x="588" y="396"/>
                  <a:pt x="588" y="396"/>
                  <a:pt x="588" y="396"/>
                </a:cubicBezTo>
                <a:cubicBezTo>
                  <a:pt x="593" y="401"/>
                  <a:pt x="596" y="408"/>
                  <a:pt x="599" y="414"/>
                </a:cubicBezTo>
                <a:cubicBezTo>
                  <a:pt x="612" y="414"/>
                  <a:pt x="612" y="414"/>
                  <a:pt x="612" y="414"/>
                </a:cubicBezTo>
                <a:cubicBezTo>
                  <a:pt x="618" y="414"/>
                  <a:pt x="623" y="418"/>
                  <a:pt x="623" y="423"/>
                </a:cubicBezTo>
                <a:cubicBezTo>
                  <a:pt x="623" y="443"/>
                  <a:pt x="623" y="443"/>
                  <a:pt x="623" y="443"/>
                </a:cubicBezTo>
                <a:cubicBezTo>
                  <a:pt x="623" y="449"/>
                  <a:pt x="619" y="453"/>
                  <a:pt x="614" y="454"/>
                </a:cubicBezTo>
                <a:close/>
                <a:moveTo>
                  <a:pt x="613" y="439"/>
                </a:moveTo>
                <a:cubicBezTo>
                  <a:pt x="613" y="429"/>
                  <a:pt x="613" y="429"/>
                  <a:pt x="613" y="429"/>
                </a:cubicBezTo>
                <a:cubicBezTo>
                  <a:pt x="613" y="426"/>
                  <a:pt x="611" y="424"/>
                  <a:pt x="608" y="424"/>
                </a:cubicBezTo>
                <a:cubicBezTo>
                  <a:pt x="592" y="425"/>
                  <a:pt x="592" y="425"/>
                  <a:pt x="592" y="425"/>
                </a:cubicBezTo>
                <a:cubicBezTo>
                  <a:pt x="590" y="414"/>
                  <a:pt x="584" y="405"/>
                  <a:pt x="576" y="398"/>
                </a:cubicBezTo>
                <a:cubicBezTo>
                  <a:pt x="581" y="388"/>
                  <a:pt x="581" y="388"/>
                  <a:pt x="581" y="388"/>
                </a:cubicBezTo>
                <a:cubicBezTo>
                  <a:pt x="582" y="386"/>
                  <a:pt x="581" y="383"/>
                  <a:pt x="579" y="382"/>
                </a:cubicBezTo>
                <a:cubicBezTo>
                  <a:pt x="570" y="377"/>
                  <a:pt x="570" y="377"/>
                  <a:pt x="570" y="377"/>
                </a:cubicBezTo>
                <a:cubicBezTo>
                  <a:pt x="568" y="376"/>
                  <a:pt x="565" y="377"/>
                  <a:pt x="563" y="379"/>
                </a:cubicBezTo>
                <a:cubicBezTo>
                  <a:pt x="558" y="389"/>
                  <a:pt x="558" y="389"/>
                  <a:pt x="558" y="389"/>
                </a:cubicBezTo>
                <a:cubicBezTo>
                  <a:pt x="548" y="386"/>
                  <a:pt x="537" y="386"/>
                  <a:pt x="527" y="390"/>
                </a:cubicBezTo>
                <a:cubicBezTo>
                  <a:pt x="518" y="376"/>
                  <a:pt x="518" y="376"/>
                  <a:pt x="518" y="376"/>
                </a:cubicBezTo>
                <a:cubicBezTo>
                  <a:pt x="517" y="374"/>
                  <a:pt x="514" y="373"/>
                  <a:pt x="512" y="375"/>
                </a:cubicBezTo>
                <a:cubicBezTo>
                  <a:pt x="503" y="380"/>
                  <a:pt x="503" y="380"/>
                  <a:pt x="503" y="380"/>
                </a:cubicBezTo>
                <a:cubicBezTo>
                  <a:pt x="501" y="382"/>
                  <a:pt x="500" y="385"/>
                  <a:pt x="502" y="387"/>
                </a:cubicBezTo>
                <a:cubicBezTo>
                  <a:pt x="510" y="401"/>
                  <a:pt x="510" y="401"/>
                  <a:pt x="510" y="401"/>
                </a:cubicBezTo>
                <a:cubicBezTo>
                  <a:pt x="506" y="404"/>
                  <a:pt x="503" y="408"/>
                  <a:pt x="500" y="413"/>
                </a:cubicBezTo>
                <a:cubicBezTo>
                  <a:pt x="498" y="418"/>
                  <a:pt x="496" y="423"/>
                  <a:pt x="495" y="428"/>
                </a:cubicBezTo>
                <a:cubicBezTo>
                  <a:pt x="479" y="429"/>
                  <a:pt x="479" y="429"/>
                  <a:pt x="479" y="429"/>
                </a:cubicBezTo>
                <a:cubicBezTo>
                  <a:pt x="476" y="429"/>
                  <a:pt x="474" y="431"/>
                  <a:pt x="474" y="434"/>
                </a:cubicBezTo>
                <a:cubicBezTo>
                  <a:pt x="475" y="444"/>
                  <a:pt x="475" y="444"/>
                  <a:pt x="475" y="444"/>
                </a:cubicBezTo>
                <a:cubicBezTo>
                  <a:pt x="475" y="447"/>
                  <a:pt x="477" y="449"/>
                  <a:pt x="480" y="449"/>
                </a:cubicBezTo>
                <a:cubicBezTo>
                  <a:pt x="496" y="448"/>
                  <a:pt x="496" y="448"/>
                  <a:pt x="496" y="448"/>
                </a:cubicBezTo>
                <a:cubicBezTo>
                  <a:pt x="498" y="458"/>
                  <a:pt x="504" y="468"/>
                  <a:pt x="512" y="475"/>
                </a:cubicBezTo>
                <a:cubicBezTo>
                  <a:pt x="507" y="485"/>
                  <a:pt x="507" y="485"/>
                  <a:pt x="507" y="485"/>
                </a:cubicBezTo>
                <a:cubicBezTo>
                  <a:pt x="506" y="487"/>
                  <a:pt x="507" y="490"/>
                  <a:pt x="509" y="491"/>
                </a:cubicBezTo>
                <a:cubicBezTo>
                  <a:pt x="518" y="496"/>
                  <a:pt x="518" y="496"/>
                  <a:pt x="518" y="496"/>
                </a:cubicBezTo>
                <a:cubicBezTo>
                  <a:pt x="520" y="497"/>
                  <a:pt x="523" y="496"/>
                  <a:pt x="524" y="494"/>
                </a:cubicBezTo>
                <a:cubicBezTo>
                  <a:pt x="530" y="484"/>
                  <a:pt x="530" y="484"/>
                  <a:pt x="530" y="484"/>
                </a:cubicBezTo>
                <a:cubicBezTo>
                  <a:pt x="540" y="487"/>
                  <a:pt x="551" y="487"/>
                  <a:pt x="561" y="483"/>
                </a:cubicBezTo>
                <a:cubicBezTo>
                  <a:pt x="569" y="496"/>
                  <a:pt x="569" y="496"/>
                  <a:pt x="569" y="496"/>
                </a:cubicBezTo>
                <a:cubicBezTo>
                  <a:pt x="571" y="499"/>
                  <a:pt x="574" y="499"/>
                  <a:pt x="576" y="498"/>
                </a:cubicBezTo>
                <a:cubicBezTo>
                  <a:pt x="585" y="493"/>
                  <a:pt x="585" y="493"/>
                  <a:pt x="585" y="493"/>
                </a:cubicBezTo>
                <a:cubicBezTo>
                  <a:pt x="587" y="491"/>
                  <a:pt x="588" y="488"/>
                  <a:pt x="586" y="486"/>
                </a:cubicBezTo>
                <a:cubicBezTo>
                  <a:pt x="578" y="472"/>
                  <a:pt x="578" y="472"/>
                  <a:pt x="578" y="472"/>
                </a:cubicBezTo>
                <a:cubicBezTo>
                  <a:pt x="582" y="469"/>
                  <a:pt x="585" y="465"/>
                  <a:pt x="587" y="460"/>
                </a:cubicBezTo>
                <a:cubicBezTo>
                  <a:pt x="590" y="455"/>
                  <a:pt x="592" y="450"/>
                  <a:pt x="593" y="445"/>
                </a:cubicBezTo>
                <a:cubicBezTo>
                  <a:pt x="608" y="444"/>
                  <a:pt x="608" y="444"/>
                  <a:pt x="608" y="444"/>
                </a:cubicBezTo>
                <a:cubicBezTo>
                  <a:pt x="611" y="444"/>
                  <a:pt x="613" y="442"/>
                  <a:pt x="613" y="439"/>
                </a:cubicBezTo>
                <a:close/>
                <a:moveTo>
                  <a:pt x="532" y="458"/>
                </a:moveTo>
                <a:cubicBezTo>
                  <a:pt x="520" y="452"/>
                  <a:pt x="516" y="437"/>
                  <a:pt x="522" y="425"/>
                </a:cubicBezTo>
                <a:cubicBezTo>
                  <a:pt x="528" y="413"/>
                  <a:pt x="544" y="408"/>
                  <a:pt x="556" y="414"/>
                </a:cubicBezTo>
                <a:cubicBezTo>
                  <a:pt x="568" y="421"/>
                  <a:pt x="572" y="436"/>
                  <a:pt x="566" y="448"/>
                </a:cubicBezTo>
                <a:cubicBezTo>
                  <a:pt x="559" y="460"/>
                  <a:pt x="544" y="465"/>
                  <a:pt x="532" y="458"/>
                </a:cubicBezTo>
                <a:close/>
                <a:moveTo>
                  <a:pt x="551" y="423"/>
                </a:moveTo>
                <a:cubicBezTo>
                  <a:pt x="544" y="419"/>
                  <a:pt x="535" y="422"/>
                  <a:pt x="531" y="429"/>
                </a:cubicBezTo>
                <a:cubicBezTo>
                  <a:pt x="527" y="437"/>
                  <a:pt x="530" y="446"/>
                  <a:pt x="537" y="450"/>
                </a:cubicBezTo>
                <a:cubicBezTo>
                  <a:pt x="544" y="453"/>
                  <a:pt x="553" y="451"/>
                  <a:pt x="557" y="443"/>
                </a:cubicBezTo>
                <a:cubicBezTo>
                  <a:pt x="561" y="436"/>
                  <a:pt x="558" y="427"/>
                  <a:pt x="551" y="4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2329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级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874518" y="2947982"/>
            <a:ext cx="8442972" cy="962038"/>
            <a:chOff x="1166094" y="3047546"/>
            <a:chExt cx="7099732" cy="808982"/>
          </a:xfrm>
        </p:grpSpPr>
        <p:sp>
          <p:nvSpPr>
            <p:cNvPr id="7" name="矩形: 圆角 6"/>
            <p:cNvSpPr/>
            <p:nvPr/>
          </p:nvSpPr>
          <p:spPr>
            <a:xfrm>
              <a:off x="2231151" y="3047546"/>
              <a:ext cx="6034675" cy="808982"/>
            </a:xfrm>
            <a:prstGeom prst="roundRect">
              <a:avLst>
                <a:gd name="adj" fmla="val 13060"/>
              </a:avLst>
            </a:prstGeom>
            <a:solidFill>
              <a:schemeClr val="bg1">
                <a:alpha val="85000"/>
              </a:schemeClr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1166094" y="3047546"/>
              <a:ext cx="1459364" cy="808982"/>
              <a:chOff x="803329" y="3212977"/>
              <a:chExt cx="1459364" cy="808982"/>
            </a:xfrm>
          </p:grpSpPr>
          <p:sp>
            <p:nvSpPr>
              <p:cNvPr id="9" name="任意多边形: 形状 8"/>
              <p:cNvSpPr/>
              <p:nvPr/>
            </p:nvSpPr>
            <p:spPr>
              <a:xfrm>
                <a:off x="803329" y="3212977"/>
                <a:ext cx="1459364" cy="808982"/>
              </a:xfrm>
              <a:custGeom>
                <a:avLst/>
                <a:gdLst>
                  <a:gd name="connsiteX0" fmla="*/ 86197 w 1459364"/>
                  <a:gd name="connsiteY0" fmla="*/ 0 h 808982"/>
                  <a:gd name="connsiteX1" fmla="*/ 1246032 w 1459364"/>
                  <a:gd name="connsiteY1" fmla="*/ 0 h 808982"/>
                  <a:gd name="connsiteX2" fmla="*/ 1332229 w 1459364"/>
                  <a:gd name="connsiteY2" fmla="*/ 86197 h 808982"/>
                  <a:gd name="connsiteX3" fmla="*/ 1332229 w 1459364"/>
                  <a:gd name="connsiteY3" fmla="*/ 254985 h 808982"/>
                  <a:gd name="connsiteX4" fmla="*/ 1444169 w 1459364"/>
                  <a:gd name="connsiteY4" fmla="*/ 370406 h 808982"/>
                  <a:gd name="connsiteX5" fmla="*/ 1443004 w 1459364"/>
                  <a:gd name="connsiteY5" fmla="*/ 446555 h 808982"/>
                  <a:gd name="connsiteX6" fmla="*/ 1332229 w 1459364"/>
                  <a:gd name="connsiteY6" fmla="*/ 553989 h 808982"/>
                  <a:gd name="connsiteX7" fmla="*/ 1332229 w 1459364"/>
                  <a:gd name="connsiteY7" fmla="*/ 722785 h 808982"/>
                  <a:gd name="connsiteX8" fmla="*/ 1246032 w 1459364"/>
                  <a:gd name="connsiteY8" fmla="*/ 808982 h 808982"/>
                  <a:gd name="connsiteX9" fmla="*/ 86197 w 1459364"/>
                  <a:gd name="connsiteY9" fmla="*/ 808982 h 808982"/>
                  <a:gd name="connsiteX10" fmla="*/ 0 w 1459364"/>
                  <a:gd name="connsiteY10" fmla="*/ 722785 h 808982"/>
                  <a:gd name="connsiteX11" fmla="*/ 0 w 1459364"/>
                  <a:gd name="connsiteY11" fmla="*/ 86197 h 808982"/>
                  <a:gd name="connsiteX12" fmla="*/ 86197 w 1459364"/>
                  <a:gd name="connsiteY12" fmla="*/ 0 h 808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59364" h="808982">
                    <a:moveTo>
                      <a:pt x="86197" y="0"/>
                    </a:moveTo>
                    <a:lnTo>
                      <a:pt x="1246032" y="0"/>
                    </a:lnTo>
                    <a:cubicBezTo>
                      <a:pt x="1293637" y="0"/>
                      <a:pt x="1332229" y="38592"/>
                      <a:pt x="1332229" y="86197"/>
                    </a:cubicBezTo>
                    <a:lnTo>
                      <a:pt x="1332229" y="254985"/>
                    </a:lnTo>
                    <a:lnTo>
                      <a:pt x="1444169" y="370406"/>
                    </a:lnTo>
                    <a:cubicBezTo>
                      <a:pt x="1464876" y="391756"/>
                      <a:pt x="1464354" y="425848"/>
                      <a:pt x="1443004" y="446555"/>
                    </a:cubicBezTo>
                    <a:lnTo>
                      <a:pt x="1332229" y="553989"/>
                    </a:lnTo>
                    <a:lnTo>
                      <a:pt x="1332229" y="722785"/>
                    </a:lnTo>
                    <a:cubicBezTo>
                      <a:pt x="1332229" y="770390"/>
                      <a:pt x="1293637" y="808982"/>
                      <a:pt x="1246032" y="808982"/>
                    </a:cubicBezTo>
                    <a:lnTo>
                      <a:pt x="86197" y="808982"/>
                    </a:lnTo>
                    <a:cubicBezTo>
                      <a:pt x="38592" y="808982"/>
                      <a:pt x="0" y="770390"/>
                      <a:pt x="0" y="722785"/>
                    </a:cubicBezTo>
                    <a:lnTo>
                      <a:pt x="0" y="86197"/>
                    </a:lnTo>
                    <a:cubicBezTo>
                      <a:pt x="0" y="38592"/>
                      <a:pt x="38592" y="0"/>
                      <a:pt x="8619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961579" y="3474316"/>
                <a:ext cx="1029054" cy="300456"/>
              </a:xfrm>
              <a:custGeom>
                <a:avLst/>
                <a:gdLst/>
                <a:ahLst/>
                <a:cxnLst/>
                <a:rect l="l" t="t" r="r" b="b"/>
                <a:pathLst>
                  <a:path w="1029054" h="300456">
                    <a:moveTo>
                      <a:pt x="603666" y="236097"/>
                    </a:moveTo>
                    <a:lnTo>
                      <a:pt x="658044" y="236097"/>
                    </a:lnTo>
                    <a:lnTo>
                      <a:pt x="684200" y="300456"/>
                    </a:lnTo>
                    <a:lnTo>
                      <a:pt x="631887" y="300456"/>
                    </a:lnTo>
                    <a:close/>
                    <a:moveTo>
                      <a:pt x="525196" y="236097"/>
                    </a:moveTo>
                    <a:lnTo>
                      <a:pt x="578886" y="236097"/>
                    </a:lnTo>
                    <a:lnTo>
                      <a:pt x="606419" y="300456"/>
                    </a:lnTo>
                    <a:lnTo>
                      <a:pt x="552729" y="300456"/>
                    </a:lnTo>
                    <a:close/>
                    <a:moveTo>
                      <a:pt x="446038" y="236097"/>
                    </a:moveTo>
                    <a:lnTo>
                      <a:pt x="501105" y="236097"/>
                    </a:lnTo>
                    <a:lnTo>
                      <a:pt x="524508" y="300456"/>
                    </a:lnTo>
                    <a:lnTo>
                      <a:pt x="470818" y="300456"/>
                    </a:lnTo>
                    <a:close/>
                    <a:moveTo>
                      <a:pt x="384777" y="236097"/>
                    </a:moveTo>
                    <a:lnTo>
                      <a:pt x="437778" y="236097"/>
                    </a:lnTo>
                    <a:lnTo>
                      <a:pt x="407492" y="300456"/>
                    </a:lnTo>
                    <a:lnTo>
                      <a:pt x="354490" y="300456"/>
                    </a:lnTo>
                    <a:close/>
                    <a:moveTo>
                      <a:pt x="425388" y="136289"/>
                    </a:moveTo>
                    <a:lnTo>
                      <a:pt x="425388" y="178966"/>
                    </a:lnTo>
                    <a:lnTo>
                      <a:pt x="611237" y="178966"/>
                    </a:lnTo>
                    <a:lnTo>
                      <a:pt x="611237" y="136289"/>
                    </a:lnTo>
                    <a:close/>
                    <a:moveTo>
                      <a:pt x="713799" y="103250"/>
                    </a:moveTo>
                    <a:lnTo>
                      <a:pt x="1029054" y="103250"/>
                    </a:lnTo>
                    <a:lnTo>
                      <a:pt x="1029054" y="150056"/>
                    </a:lnTo>
                    <a:lnTo>
                      <a:pt x="713799" y="150056"/>
                    </a:lnTo>
                    <a:close/>
                    <a:moveTo>
                      <a:pt x="483208" y="0"/>
                    </a:moveTo>
                    <a:lnTo>
                      <a:pt x="534145" y="0"/>
                    </a:lnTo>
                    <a:lnTo>
                      <a:pt x="534145" y="19273"/>
                    </a:lnTo>
                    <a:lnTo>
                      <a:pt x="666304" y="19273"/>
                    </a:lnTo>
                    <a:lnTo>
                      <a:pt x="666304" y="66080"/>
                    </a:lnTo>
                    <a:lnTo>
                      <a:pt x="534145" y="66080"/>
                    </a:lnTo>
                    <a:lnTo>
                      <a:pt x="534145" y="89483"/>
                    </a:lnTo>
                    <a:lnTo>
                      <a:pt x="662174" y="89483"/>
                    </a:lnTo>
                    <a:lnTo>
                      <a:pt x="662174" y="225772"/>
                    </a:lnTo>
                    <a:lnTo>
                      <a:pt x="374452" y="225772"/>
                    </a:lnTo>
                    <a:lnTo>
                      <a:pt x="374452" y="89483"/>
                    </a:lnTo>
                    <a:lnTo>
                      <a:pt x="483208" y="89483"/>
                    </a:lnTo>
                    <a:close/>
                    <a:moveTo>
                      <a:pt x="132160" y="0"/>
                    </a:moveTo>
                    <a:lnTo>
                      <a:pt x="183096" y="0"/>
                    </a:lnTo>
                    <a:lnTo>
                      <a:pt x="183096" y="14455"/>
                    </a:lnTo>
                    <a:lnTo>
                      <a:pt x="248488" y="14455"/>
                    </a:lnTo>
                    <a:lnTo>
                      <a:pt x="248488" y="59885"/>
                    </a:lnTo>
                    <a:lnTo>
                      <a:pt x="183096" y="59885"/>
                    </a:lnTo>
                    <a:lnTo>
                      <a:pt x="183096" y="74340"/>
                    </a:lnTo>
                    <a:lnTo>
                      <a:pt x="242981" y="74340"/>
                    </a:lnTo>
                    <a:lnTo>
                      <a:pt x="278086" y="5507"/>
                    </a:lnTo>
                    <a:lnTo>
                      <a:pt x="333152" y="5507"/>
                    </a:lnTo>
                    <a:lnTo>
                      <a:pt x="300112" y="74340"/>
                    </a:lnTo>
                    <a:lnTo>
                      <a:pt x="322827" y="74340"/>
                    </a:lnTo>
                    <a:lnTo>
                      <a:pt x="322827" y="120458"/>
                    </a:lnTo>
                    <a:lnTo>
                      <a:pt x="104627" y="120458"/>
                    </a:lnTo>
                    <a:lnTo>
                      <a:pt x="98106" y="132848"/>
                    </a:lnTo>
                    <a:lnTo>
                      <a:pt x="316632" y="132848"/>
                    </a:lnTo>
                    <a:lnTo>
                      <a:pt x="316632" y="176901"/>
                    </a:lnTo>
                    <a:lnTo>
                      <a:pt x="180343" y="176901"/>
                    </a:lnTo>
                    <a:lnTo>
                      <a:pt x="172771" y="189291"/>
                    </a:lnTo>
                    <a:lnTo>
                      <a:pt x="309749" y="189291"/>
                    </a:lnTo>
                    <a:lnTo>
                      <a:pt x="301489" y="300456"/>
                    </a:lnTo>
                    <a:lnTo>
                      <a:pt x="74340" y="300456"/>
                    </a:lnTo>
                    <a:lnTo>
                      <a:pt x="74340" y="255371"/>
                    </a:lnTo>
                    <a:lnTo>
                      <a:pt x="252617" y="255371"/>
                    </a:lnTo>
                    <a:lnTo>
                      <a:pt x="254683" y="234032"/>
                    </a:lnTo>
                    <a:lnTo>
                      <a:pt x="90860" y="234032"/>
                    </a:lnTo>
                    <a:lnTo>
                      <a:pt x="127341" y="176901"/>
                    </a:lnTo>
                    <a:lnTo>
                      <a:pt x="97743" y="176901"/>
                    </a:lnTo>
                    <a:lnTo>
                      <a:pt x="97743" y="133536"/>
                    </a:lnTo>
                    <a:lnTo>
                      <a:pt x="56443" y="212006"/>
                    </a:lnTo>
                    <a:lnTo>
                      <a:pt x="0" y="212006"/>
                    </a:lnTo>
                    <a:lnTo>
                      <a:pt x="48872" y="120458"/>
                    </a:lnTo>
                    <a:lnTo>
                      <a:pt x="14455" y="120458"/>
                    </a:lnTo>
                    <a:lnTo>
                      <a:pt x="14455" y="74340"/>
                    </a:lnTo>
                    <a:lnTo>
                      <a:pt x="132160" y="74340"/>
                    </a:lnTo>
                    <a:lnTo>
                      <a:pt x="132160" y="59885"/>
                    </a:lnTo>
                    <a:lnTo>
                      <a:pt x="29599" y="59885"/>
                    </a:lnTo>
                    <a:lnTo>
                      <a:pt x="29599" y="14455"/>
                    </a:lnTo>
                    <a:lnTo>
                      <a:pt x="132160" y="1445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2800" dirty="0">
                  <a:solidFill>
                    <a:prstClr val="black"/>
                  </a:solidFill>
                  <a:latin typeface="锐字锐线怒放黑简1.0" panose="02010604000000000000" pitchFamily="2" charset="-122"/>
                  <a:ea typeface="锐字锐线怒放黑简1.0" panose="02010604000000000000" pitchFamily="2" charset="-122"/>
                </a:endParaRPr>
              </a:p>
            </p:txBody>
          </p:sp>
        </p:grpSp>
      </p:grp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3719736" y="3068960"/>
            <a:ext cx="6487998" cy="736908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一级标题页</a:t>
            </a:r>
          </a:p>
        </p:txBody>
      </p:sp>
    </p:spTree>
    <p:extLst>
      <p:ext uri="{BB962C8B-B14F-4D97-AF65-F5344CB8AC3E}">
        <p14:creationId xmlns:p14="http://schemas.microsoft.com/office/powerpoint/2010/main" val="559869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级标题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8" r="5748"/>
          <a:stretch/>
        </p:blipFill>
        <p:spPr>
          <a:xfrm>
            <a:off x="4" y="0"/>
            <a:ext cx="12192000" cy="685800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3141080" y="2947982"/>
            <a:ext cx="7176411" cy="962038"/>
          </a:xfrm>
          <a:prstGeom prst="roundRect">
            <a:avLst>
              <a:gd name="adj" fmla="val 13060"/>
            </a:avLst>
          </a:prstGeom>
          <a:solidFill>
            <a:schemeClr val="bg1">
              <a:alpha val="85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3719736" y="3068960"/>
            <a:ext cx="6487998" cy="736908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一级标题页</a:t>
            </a: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874514" y="2947982"/>
            <a:ext cx="1735470" cy="962038"/>
            <a:chOff x="834821" y="4393362"/>
            <a:chExt cx="1459364" cy="808982"/>
          </a:xfrm>
        </p:grpSpPr>
        <p:sp>
          <p:nvSpPr>
            <p:cNvPr id="14" name="任意多边形: 形状 13"/>
            <p:cNvSpPr/>
            <p:nvPr/>
          </p:nvSpPr>
          <p:spPr>
            <a:xfrm>
              <a:off x="834821" y="4393362"/>
              <a:ext cx="1459364" cy="808982"/>
            </a:xfrm>
            <a:custGeom>
              <a:avLst/>
              <a:gdLst>
                <a:gd name="connsiteX0" fmla="*/ 86197 w 1459364"/>
                <a:gd name="connsiteY0" fmla="*/ 0 h 808982"/>
                <a:gd name="connsiteX1" fmla="*/ 1246032 w 1459364"/>
                <a:gd name="connsiteY1" fmla="*/ 0 h 808982"/>
                <a:gd name="connsiteX2" fmla="*/ 1332229 w 1459364"/>
                <a:gd name="connsiteY2" fmla="*/ 86197 h 808982"/>
                <a:gd name="connsiteX3" fmla="*/ 1332229 w 1459364"/>
                <a:gd name="connsiteY3" fmla="*/ 254985 h 808982"/>
                <a:gd name="connsiteX4" fmla="*/ 1444169 w 1459364"/>
                <a:gd name="connsiteY4" fmla="*/ 370406 h 808982"/>
                <a:gd name="connsiteX5" fmla="*/ 1443004 w 1459364"/>
                <a:gd name="connsiteY5" fmla="*/ 446555 h 808982"/>
                <a:gd name="connsiteX6" fmla="*/ 1332229 w 1459364"/>
                <a:gd name="connsiteY6" fmla="*/ 553989 h 808982"/>
                <a:gd name="connsiteX7" fmla="*/ 1332229 w 1459364"/>
                <a:gd name="connsiteY7" fmla="*/ 722785 h 808982"/>
                <a:gd name="connsiteX8" fmla="*/ 1246032 w 1459364"/>
                <a:gd name="connsiteY8" fmla="*/ 808982 h 808982"/>
                <a:gd name="connsiteX9" fmla="*/ 86197 w 1459364"/>
                <a:gd name="connsiteY9" fmla="*/ 808982 h 808982"/>
                <a:gd name="connsiteX10" fmla="*/ 0 w 1459364"/>
                <a:gd name="connsiteY10" fmla="*/ 722785 h 808982"/>
                <a:gd name="connsiteX11" fmla="*/ 0 w 1459364"/>
                <a:gd name="connsiteY11" fmla="*/ 86197 h 808982"/>
                <a:gd name="connsiteX12" fmla="*/ 86197 w 1459364"/>
                <a:gd name="connsiteY12" fmla="*/ 0 h 808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59364" h="808982">
                  <a:moveTo>
                    <a:pt x="86197" y="0"/>
                  </a:moveTo>
                  <a:lnTo>
                    <a:pt x="1246032" y="0"/>
                  </a:lnTo>
                  <a:cubicBezTo>
                    <a:pt x="1293637" y="0"/>
                    <a:pt x="1332229" y="38592"/>
                    <a:pt x="1332229" y="86197"/>
                  </a:cubicBezTo>
                  <a:lnTo>
                    <a:pt x="1332229" y="254985"/>
                  </a:lnTo>
                  <a:lnTo>
                    <a:pt x="1444169" y="370406"/>
                  </a:lnTo>
                  <a:cubicBezTo>
                    <a:pt x="1464876" y="391756"/>
                    <a:pt x="1464354" y="425848"/>
                    <a:pt x="1443004" y="446555"/>
                  </a:cubicBezTo>
                  <a:lnTo>
                    <a:pt x="1332229" y="553989"/>
                  </a:lnTo>
                  <a:lnTo>
                    <a:pt x="1332229" y="722785"/>
                  </a:lnTo>
                  <a:cubicBezTo>
                    <a:pt x="1332229" y="770390"/>
                    <a:pt x="1293637" y="808982"/>
                    <a:pt x="1246032" y="808982"/>
                  </a:cubicBezTo>
                  <a:lnTo>
                    <a:pt x="86197" y="808982"/>
                  </a:lnTo>
                  <a:cubicBezTo>
                    <a:pt x="38592" y="808982"/>
                    <a:pt x="0" y="770390"/>
                    <a:pt x="0" y="722785"/>
                  </a:cubicBezTo>
                  <a:lnTo>
                    <a:pt x="0" y="86197"/>
                  </a:lnTo>
                  <a:cubicBezTo>
                    <a:pt x="0" y="38592"/>
                    <a:pt x="38592" y="0"/>
                    <a:pt x="86197" y="0"/>
                  </a:cubicBezTo>
                  <a:close/>
                </a:path>
              </a:pathLst>
            </a:custGeom>
            <a:solidFill>
              <a:srgbClr val="0070C0"/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983343" y="4654701"/>
              <a:ext cx="1026988" cy="300456"/>
            </a:xfrm>
            <a:custGeom>
              <a:avLst/>
              <a:gdLst/>
              <a:ahLst/>
              <a:cxnLst/>
              <a:rect l="l" t="t" r="r" b="b"/>
              <a:pathLst>
                <a:path w="1026988" h="300456">
                  <a:moveTo>
                    <a:pt x="717240" y="240916"/>
                  </a:moveTo>
                  <a:lnTo>
                    <a:pt x="1026988" y="240916"/>
                  </a:lnTo>
                  <a:lnTo>
                    <a:pt x="1026988" y="286690"/>
                  </a:lnTo>
                  <a:lnTo>
                    <a:pt x="717240" y="286690"/>
                  </a:lnTo>
                  <a:close/>
                  <a:moveTo>
                    <a:pt x="603665" y="236097"/>
                  </a:moveTo>
                  <a:lnTo>
                    <a:pt x="658043" y="236097"/>
                  </a:lnTo>
                  <a:lnTo>
                    <a:pt x="684200" y="300456"/>
                  </a:lnTo>
                  <a:lnTo>
                    <a:pt x="631887" y="300456"/>
                  </a:lnTo>
                  <a:close/>
                  <a:moveTo>
                    <a:pt x="525196" y="236097"/>
                  </a:moveTo>
                  <a:lnTo>
                    <a:pt x="578885" y="236097"/>
                  </a:lnTo>
                  <a:lnTo>
                    <a:pt x="606419" y="300456"/>
                  </a:lnTo>
                  <a:lnTo>
                    <a:pt x="552729" y="300456"/>
                  </a:lnTo>
                  <a:close/>
                  <a:moveTo>
                    <a:pt x="446038" y="236097"/>
                  </a:moveTo>
                  <a:lnTo>
                    <a:pt x="501104" y="236097"/>
                  </a:lnTo>
                  <a:lnTo>
                    <a:pt x="524507" y="300456"/>
                  </a:lnTo>
                  <a:lnTo>
                    <a:pt x="470818" y="300456"/>
                  </a:lnTo>
                  <a:close/>
                  <a:moveTo>
                    <a:pt x="384776" y="236097"/>
                  </a:moveTo>
                  <a:lnTo>
                    <a:pt x="437778" y="236097"/>
                  </a:lnTo>
                  <a:lnTo>
                    <a:pt x="407491" y="300456"/>
                  </a:lnTo>
                  <a:lnTo>
                    <a:pt x="354490" y="300456"/>
                  </a:lnTo>
                  <a:close/>
                  <a:moveTo>
                    <a:pt x="425388" y="136290"/>
                  </a:moveTo>
                  <a:lnTo>
                    <a:pt x="425388" y="178966"/>
                  </a:lnTo>
                  <a:lnTo>
                    <a:pt x="611237" y="178966"/>
                  </a:lnTo>
                  <a:lnTo>
                    <a:pt x="611237" y="136290"/>
                  </a:lnTo>
                  <a:close/>
                  <a:moveTo>
                    <a:pt x="733760" y="19962"/>
                  </a:moveTo>
                  <a:lnTo>
                    <a:pt x="1010468" y="19962"/>
                  </a:lnTo>
                  <a:lnTo>
                    <a:pt x="1010468" y="66768"/>
                  </a:lnTo>
                  <a:lnTo>
                    <a:pt x="733760" y="66768"/>
                  </a:lnTo>
                  <a:close/>
                  <a:moveTo>
                    <a:pt x="483208" y="0"/>
                  </a:moveTo>
                  <a:lnTo>
                    <a:pt x="534144" y="0"/>
                  </a:lnTo>
                  <a:lnTo>
                    <a:pt x="534144" y="19273"/>
                  </a:lnTo>
                  <a:lnTo>
                    <a:pt x="666303" y="19273"/>
                  </a:lnTo>
                  <a:lnTo>
                    <a:pt x="666303" y="66080"/>
                  </a:lnTo>
                  <a:lnTo>
                    <a:pt x="534144" y="66080"/>
                  </a:lnTo>
                  <a:lnTo>
                    <a:pt x="534144" y="89483"/>
                  </a:lnTo>
                  <a:lnTo>
                    <a:pt x="662173" y="89483"/>
                  </a:lnTo>
                  <a:lnTo>
                    <a:pt x="662173" y="225772"/>
                  </a:lnTo>
                  <a:lnTo>
                    <a:pt x="374451" y="225772"/>
                  </a:lnTo>
                  <a:lnTo>
                    <a:pt x="374451" y="89483"/>
                  </a:lnTo>
                  <a:lnTo>
                    <a:pt x="483208" y="89483"/>
                  </a:lnTo>
                  <a:close/>
                  <a:moveTo>
                    <a:pt x="132159" y="0"/>
                  </a:moveTo>
                  <a:lnTo>
                    <a:pt x="183096" y="0"/>
                  </a:lnTo>
                  <a:lnTo>
                    <a:pt x="183096" y="14455"/>
                  </a:lnTo>
                  <a:lnTo>
                    <a:pt x="248487" y="14455"/>
                  </a:lnTo>
                  <a:lnTo>
                    <a:pt x="248487" y="59885"/>
                  </a:lnTo>
                  <a:lnTo>
                    <a:pt x="183096" y="59885"/>
                  </a:lnTo>
                  <a:lnTo>
                    <a:pt x="183096" y="74340"/>
                  </a:lnTo>
                  <a:lnTo>
                    <a:pt x="242980" y="74340"/>
                  </a:lnTo>
                  <a:lnTo>
                    <a:pt x="278085" y="5507"/>
                  </a:lnTo>
                  <a:lnTo>
                    <a:pt x="333152" y="5507"/>
                  </a:lnTo>
                  <a:lnTo>
                    <a:pt x="300112" y="74340"/>
                  </a:lnTo>
                  <a:lnTo>
                    <a:pt x="322827" y="74340"/>
                  </a:lnTo>
                  <a:lnTo>
                    <a:pt x="322827" y="120458"/>
                  </a:lnTo>
                  <a:lnTo>
                    <a:pt x="104626" y="120458"/>
                  </a:lnTo>
                  <a:lnTo>
                    <a:pt x="98105" y="132848"/>
                  </a:lnTo>
                  <a:lnTo>
                    <a:pt x="316632" y="132848"/>
                  </a:lnTo>
                  <a:lnTo>
                    <a:pt x="316632" y="176901"/>
                  </a:lnTo>
                  <a:lnTo>
                    <a:pt x="180342" y="176901"/>
                  </a:lnTo>
                  <a:lnTo>
                    <a:pt x="172771" y="189291"/>
                  </a:lnTo>
                  <a:lnTo>
                    <a:pt x="309748" y="189291"/>
                  </a:lnTo>
                  <a:lnTo>
                    <a:pt x="301488" y="300456"/>
                  </a:lnTo>
                  <a:lnTo>
                    <a:pt x="74340" y="300456"/>
                  </a:lnTo>
                  <a:lnTo>
                    <a:pt x="74340" y="255371"/>
                  </a:lnTo>
                  <a:lnTo>
                    <a:pt x="252617" y="255371"/>
                  </a:lnTo>
                  <a:lnTo>
                    <a:pt x="254682" y="234032"/>
                  </a:lnTo>
                  <a:lnTo>
                    <a:pt x="90859" y="234032"/>
                  </a:lnTo>
                  <a:lnTo>
                    <a:pt x="127341" y="176901"/>
                  </a:lnTo>
                  <a:lnTo>
                    <a:pt x="97743" y="176901"/>
                  </a:lnTo>
                  <a:lnTo>
                    <a:pt x="97743" y="133536"/>
                  </a:lnTo>
                  <a:lnTo>
                    <a:pt x="56443" y="212006"/>
                  </a:lnTo>
                  <a:lnTo>
                    <a:pt x="0" y="212006"/>
                  </a:lnTo>
                  <a:lnTo>
                    <a:pt x="48871" y="120458"/>
                  </a:lnTo>
                  <a:lnTo>
                    <a:pt x="14455" y="120458"/>
                  </a:lnTo>
                  <a:lnTo>
                    <a:pt x="14455" y="74340"/>
                  </a:lnTo>
                  <a:lnTo>
                    <a:pt x="132159" y="74340"/>
                  </a:lnTo>
                  <a:lnTo>
                    <a:pt x="132159" y="59885"/>
                  </a:lnTo>
                  <a:lnTo>
                    <a:pt x="29598" y="59885"/>
                  </a:lnTo>
                  <a:lnTo>
                    <a:pt x="29598" y="14455"/>
                  </a:lnTo>
                  <a:lnTo>
                    <a:pt x="132159" y="144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800" dirty="0">
                <a:solidFill>
                  <a:prstClr val="black"/>
                </a:solidFill>
                <a:latin typeface="锐字锐线怒放黑简1.0" panose="02010604000000000000" pitchFamily="2" charset="-122"/>
                <a:ea typeface="锐字锐线怒放黑简1.0" panose="02010604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27003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级标题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3141080" y="2947982"/>
            <a:ext cx="7176411" cy="962038"/>
          </a:xfrm>
          <a:prstGeom prst="roundRect">
            <a:avLst>
              <a:gd name="adj" fmla="val 13060"/>
            </a:avLst>
          </a:prstGeom>
          <a:solidFill>
            <a:schemeClr val="bg1">
              <a:alpha val="85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3719736" y="3068960"/>
            <a:ext cx="6487998" cy="736908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一级标题页</a:t>
            </a: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1874514" y="2947982"/>
            <a:ext cx="1735470" cy="962038"/>
            <a:chOff x="2807881" y="4245776"/>
            <a:chExt cx="1459364" cy="808982"/>
          </a:xfrm>
        </p:grpSpPr>
        <p:sp>
          <p:nvSpPr>
            <p:cNvPr id="17" name="任意多边形: 形状 16"/>
            <p:cNvSpPr/>
            <p:nvPr/>
          </p:nvSpPr>
          <p:spPr>
            <a:xfrm>
              <a:off x="2807881" y="4245776"/>
              <a:ext cx="1459364" cy="808982"/>
            </a:xfrm>
            <a:custGeom>
              <a:avLst/>
              <a:gdLst>
                <a:gd name="connsiteX0" fmla="*/ 86197 w 1459364"/>
                <a:gd name="connsiteY0" fmla="*/ 0 h 808982"/>
                <a:gd name="connsiteX1" fmla="*/ 1246032 w 1459364"/>
                <a:gd name="connsiteY1" fmla="*/ 0 h 808982"/>
                <a:gd name="connsiteX2" fmla="*/ 1332229 w 1459364"/>
                <a:gd name="connsiteY2" fmla="*/ 86197 h 808982"/>
                <a:gd name="connsiteX3" fmla="*/ 1332229 w 1459364"/>
                <a:gd name="connsiteY3" fmla="*/ 254985 h 808982"/>
                <a:gd name="connsiteX4" fmla="*/ 1444169 w 1459364"/>
                <a:gd name="connsiteY4" fmla="*/ 370406 h 808982"/>
                <a:gd name="connsiteX5" fmla="*/ 1443004 w 1459364"/>
                <a:gd name="connsiteY5" fmla="*/ 446555 h 808982"/>
                <a:gd name="connsiteX6" fmla="*/ 1332229 w 1459364"/>
                <a:gd name="connsiteY6" fmla="*/ 553989 h 808982"/>
                <a:gd name="connsiteX7" fmla="*/ 1332229 w 1459364"/>
                <a:gd name="connsiteY7" fmla="*/ 722785 h 808982"/>
                <a:gd name="connsiteX8" fmla="*/ 1246032 w 1459364"/>
                <a:gd name="connsiteY8" fmla="*/ 808982 h 808982"/>
                <a:gd name="connsiteX9" fmla="*/ 86197 w 1459364"/>
                <a:gd name="connsiteY9" fmla="*/ 808982 h 808982"/>
                <a:gd name="connsiteX10" fmla="*/ 0 w 1459364"/>
                <a:gd name="connsiteY10" fmla="*/ 722785 h 808982"/>
                <a:gd name="connsiteX11" fmla="*/ 0 w 1459364"/>
                <a:gd name="connsiteY11" fmla="*/ 86197 h 808982"/>
                <a:gd name="connsiteX12" fmla="*/ 86197 w 1459364"/>
                <a:gd name="connsiteY12" fmla="*/ 0 h 808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59364" h="808982">
                  <a:moveTo>
                    <a:pt x="86197" y="0"/>
                  </a:moveTo>
                  <a:lnTo>
                    <a:pt x="1246032" y="0"/>
                  </a:lnTo>
                  <a:cubicBezTo>
                    <a:pt x="1293637" y="0"/>
                    <a:pt x="1332229" y="38592"/>
                    <a:pt x="1332229" y="86197"/>
                  </a:cubicBezTo>
                  <a:lnTo>
                    <a:pt x="1332229" y="254985"/>
                  </a:lnTo>
                  <a:lnTo>
                    <a:pt x="1444169" y="370406"/>
                  </a:lnTo>
                  <a:cubicBezTo>
                    <a:pt x="1464876" y="391756"/>
                    <a:pt x="1464354" y="425848"/>
                    <a:pt x="1443004" y="446555"/>
                  </a:cubicBezTo>
                  <a:lnTo>
                    <a:pt x="1332229" y="553989"/>
                  </a:lnTo>
                  <a:lnTo>
                    <a:pt x="1332229" y="722785"/>
                  </a:lnTo>
                  <a:cubicBezTo>
                    <a:pt x="1332229" y="770390"/>
                    <a:pt x="1293637" y="808982"/>
                    <a:pt x="1246032" y="808982"/>
                  </a:cubicBezTo>
                  <a:lnTo>
                    <a:pt x="86197" y="808982"/>
                  </a:lnTo>
                  <a:cubicBezTo>
                    <a:pt x="38592" y="808982"/>
                    <a:pt x="0" y="770390"/>
                    <a:pt x="0" y="722785"/>
                  </a:cubicBezTo>
                  <a:lnTo>
                    <a:pt x="0" y="86197"/>
                  </a:lnTo>
                  <a:cubicBezTo>
                    <a:pt x="0" y="38592"/>
                    <a:pt x="38592" y="0"/>
                    <a:pt x="86197" y="0"/>
                  </a:cubicBezTo>
                  <a:close/>
                </a:path>
              </a:pathLst>
            </a:custGeom>
            <a:solidFill>
              <a:srgbClr val="0070C0"/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2946675" y="4507115"/>
              <a:ext cx="1031807" cy="300456"/>
            </a:xfrm>
            <a:custGeom>
              <a:avLst/>
              <a:gdLst/>
              <a:ahLst/>
              <a:cxnLst/>
              <a:rect l="l" t="t" r="r" b="b"/>
              <a:pathLst>
                <a:path w="1031807" h="300456">
                  <a:moveTo>
                    <a:pt x="712422" y="245734"/>
                  </a:moveTo>
                  <a:lnTo>
                    <a:pt x="1031807" y="245734"/>
                  </a:lnTo>
                  <a:lnTo>
                    <a:pt x="1031807" y="291508"/>
                  </a:lnTo>
                  <a:lnTo>
                    <a:pt x="712422" y="291508"/>
                  </a:lnTo>
                  <a:close/>
                  <a:moveTo>
                    <a:pt x="603665" y="236097"/>
                  </a:moveTo>
                  <a:lnTo>
                    <a:pt x="658043" y="236097"/>
                  </a:lnTo>
                  <a:lnTo>
                    <a:pt x="684200" y="300456"/>
                  </a:lnTo>
                  <a:lnTo>
                    <a:pt x="631887" y="300456"/>
                  </a:lnTo>
                  <a:close/>
                  <a:moveTo>
                    <a:pt x="525196" y="236097"/>
                  </a:moveTo>
                  <a:lnTo>
                    <a:pt x="578886" y="236097"/>
                  </a:lnTo>
                  <a:lnTo>
                    <a:pt x="606419" y="300456"/>
                  </a:lnTo>
                  <a:lnTo>
                    <a:pt x="552729" y="300456"/>
                  </a:lnTo>
                  <a:close/>
                  <a:moveTo>
                    <a:pt x="446038" y="236097"/>
                  </a:moveTo>
                  <a:lnTo>
                    <a:pt x="501104" y="236097"/>
                  </a:lnTo>
                  <a:lnTo>
                    <a:pt x="524507" y="300456"/>
                  </a:lnTo>
                  <a:lnTo>
                    <a:pt x="470818" y="300456"/>
                  </a:lnTo>
                  <a:close/>
                  <a:moveTo>
                    <a:pt x="384776" y="236097"/>
                  </a:moveTo>
                  <a:lnTo>
                    <a:pt x="437778" y="236097"/>
                  </a:lnTo>
                  <a:lnTo>
                    <a:pt x="407491" y="300456"/>
                  </a:lnTo>
                  <a:lnTo>
                    <a:pt x="354490" y="300456"/>
                  </a:lnTo>
                  <a:close/>
                  <a:moveTo>
                    <a:pt x="425388" y="136290"/>
                  </a:moveTo>
                  <a:lnTo>
                    <a:pt x="425388" y="178966"/>
                  </a:lnTo>
                  <a:lnTo>
                    <a:pt x="611237" y="178966"/>
                  </a:lnTo>
                  <a:lnTo>
                    <a:pt x="611237" y="136290"/>
                  </a:lnTo>
                  <a:close/>
                  <a:moveTo>
                    <a:pt x="739955" y="124588"/>
                  </a:moveTo>
                  <a:lnTo>
                    <a:pt x="1002897" y="124588"/>
                  </a:lnTo>
                  <a:lnTo>
                    <a:pt x="1002897" y="171394"/>
                  </a:lnTo>
                  <a:lnTo>
                    <a:pt x="739955" y="171394"/>
                  </a:lnTo>
                  <a:close/>
                  <a:moveTo>
                    <a:pt x="729630" y="18585"/>
                  </a:moveTo>
                  <a:lnTo>
                    <a:pt x="1014599" y="18585"/>
                  </a:lnTo>
                  <a:lnTo>
                    <a:pt x="1014599" y="65392"/>
                  </a:lnTo>
                  <a:lnTo>
                    <a:pt x="729630" y="65392"/>
                  </a:lnTo>
                  <a:close/>
                  <a:moveTo>
                    <a:pt x="483208" y="0"/>
                  </a:moveTo>
                  <a:lnTo>
                    <a:pt x="534144" y="0"/>
                  </a:lnTo>
                  <a:lnTo>
                    <a:pt x="534144" y="19273"/>
                  </a:lnTo>
                  <a:lnTo>
                    <a:pt x="666303" y="19273"/>
                  </a:lnTo>
                  <a:lnTo>
                    <a:pt x="666303" y="66080"/>
                  </a:lnTo>
                  <a:lnTo>
                    <a:pt x="534144" y="66080"/>
                  </a:lnTo>
                  <a:lnTo>
                    <a:pt x="534144" y="89483"/>
                  </a:lnTo>
                  <a:lnTo>
                    <a:pt x="662173" y="89483"/>
                  </a:lnTo>
                  <a:lnTo>
                    <a:pt x="662173" y="225772"/>
                  </a:lnTo>
                  <a:lnTo>
                    <a:pt x="374451" y="225772"/>
                  </a:lnTo>
                  <a:lnTo>
                    <a:pt x="374451" y="89483"/>
                  </a:lnTo>
                  <a:lnTo>
                    <a:pt x="483208" y="89483"/>
                  </a:lnTo>
                  <a:close/>
                  <a:moveTo>
                    <a:pt x="132159" y="0"/>
                  </a:moveTo>
                  <a:lnTo>
                    <a:pt x="183096" y="0"/>
                  </a:lnTo>
                  <a:lnTo>
                    <a:pt x="183096" y="14455"/>
                  </a:lnTo>
                  <a:lnTo>
                    <a:pt x="248487" y="14455"/>
                  </a:lnTo>
                  <a:lnTo>
                    <a:pt x="248487" y="59885"/>
                  </a:lnTo>
                  <a:lnTo>
                    <a:pt x="183096" y="59885"/>
                  </a:lnTo>
                  <a:lnTo>
                    <a:pt x="183096" y="74340"/>
                  </a:lnTo>
                  <a:lnTo>
                    <a:pt x="242980" y="74340"/>
                  </a:lnTo>
                  <a:lnTo>
                    <a:pt x="278085" y="5507"/>
                  </a:lnTo>
                  <a:lnTo>
                    <a:pt x="333152" y="5507"/>
                  </a:lnTo>
                  <a:lnTo>
                    <a:pt x="300112" y="74340"/>
                  </a:lnTo>
                  <a:lnTo>
                    <a:pt x="322827" y="74340"/>
                  </a:lnTo>
                  <a:lnTo>
                    <a:pt x="322827" y="120458"/>
                  </a:lnTo>
                  <a:lnTo>
                    <a:pt x="104626" y="120458"/>
                  </a:lnTo>
                  <a:lnTo>
                    <a:pt x="98105" y="132848"/>
                  </a:lnTo>
                  <a:lnTo>
                    <a:pt x="316632" y="132848"/>
                  </a:lnTo>
                  <a:lnTo>
                    <a:pt x="316632" y="176901"/>
                  </a:lnTo>
                  <a:lnTo>
                    <a:pt x="180342" y="176901"/>
                  </a:lnTo>
                  <a:lnTo>
                    <a:pt x="172771" y="189291"/>
                  </a:lnTo>
                  <a:lnTo>
                    <a:pt x="309748" y="189291"/>
                  </a:lnTo>
                  <a:lnTo>
                    <a:pt x="301488" y="300456"/>
                  </a:lnTo>
                  <a:lnTo>
                    <a:pt x="74340" y="300456"/>
                  </a:lnTo>
                  <a:lnTo>
                    <a:pt x="74340" y="255371"/>
                  </a:lnTo>
                  <a:lnTo>
                    <a:pt x="252617" y="255371"/>
                  </a:lnTo>
                  <a:lnTo>
                    <a:pt x="254682" y="234032"/>
                  </a:lnTo>
                  <a:lnTo>
                    <a:pt x="90860" y="234032"/>
                  </a:lnTo>
                  <a:lnTo>
                    <a:pt x="127341" y="176901"/>
                  </a:lnTo>
                  <a:lnTo>
                    <a:pt x="97743" y="176901"/>
                  </a:lnTo>
                  <a:lnTo>
                    <a:pt x="97743" y="133536"/>
                  </a:lnTo>
                  <a:lnTo>
                    <a:pt x="56443" y="212006"/>
                  </a:lnTo>
                  <a:lnTo>
                    <a:pt x="0" y="212006"/>
                  </a:lnTo>
                  <a:lnTo>
                    <a:pt x="48871" y="120458"/>
                  </a:lnTo>
                  <a:lnTo>
                    <a:pt x="14455" y="120458"/>
                  </a:lnTo>
                  <a:lnTo>
                    <a:pt x="14455" y="74340"/>
                  </a:lnTo>
                  <a:lnTo>
                    <a:pt x="132159" y="74340"/>
                  </a:lnTo>
                  <a:lnTo>
                    <a:pt x="132159" y="59885"/>
                  </a:lnTo>
                  <a:lnTo>
                    <a:pt x="29598" y="59885"/>
                  </a:lnTo>
                  <a:lnTo>
                    <a:pt x="29598" y="14455"/>
                  </a:lnTo>
                  <a:lnTo>
                    <a:pt x="132159" y="144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800" dirty="0">
                <a:solidFill>
                  <a:prstClr val="black"/>
                </a:solidFill>
                <a:latin typeface="锐字锐线怒放黑简1.0" panose="02010604000000000000" pitchFamily="2" charset="-122"/>
                <a:ea typeface="锐字锐线怒放黑简1.0" panose="02010604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23351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级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0"/>
            <a:ext cx="12192000" cy="6858000"/>
          </a:xfrm>
          <a:prstGeom prst="rect">
            <a:avLst/>
          </a:prstGeom>
        </p:spPr>
      </p:pic>
      <p:sp>
        <p:nvSpPr>
          <p:cNvPr id="7" name="矩形: 圆角 6"/>
          <p:cNvSpPr/>
          <p:nvPr/>
        </p:nvSpPr>
        <p:spPr>
          <a:xfrm>
            <a:off x="3141080" y="2947982"/>
            <a:ext cx="7176411" cy="962038"/>
          </a:xfrm>
          <a:prstGeom prst="roundRect">
            <a:avLst>
              <a:gd name="adj" fmla="val 13060"/>
            </a:avLst>
          </a:prstGeom>
          <a:solidFill>
            <a:schemeClr val="bg1">
              <a:alpha val="85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3719736" y="3068960"/>
            <a:ext cx="6487998" cy="736908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一级标题页</a:t>
            </a: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1874514" y="2945763"/>
            <a:ext cx="1735470" cy="962038"/>
            <a:chOff x="4536073" y="4251561"/>
            <a:chExt cx="1459364" cy="808982"/>
          </a:xfrm>
        </p:grpSpPr>
        <p:sp>
          <p:nvSpPr>
            <p:cNvPr id="20" name="任意多边形: 形状 19"/>
            <p:cNvSpPr/>
            <p:nvPr/>
          </p:nvSpPr>
          <p:spPr>
            <a:xfrm>
              <a:off x="4536073" y="4251561"/>
              <a:ext cx="1459364" cy="808982"/>
            </a:xfrm>
            <a:custGeom>
              <a:avLst/>
              <a:gdLst>
                <a:gd name="connsiteX0" fmla="*/ 86197 w 1459364"/>
                <a:gd name="connsiteY0" fmla="*/ 0 h 808982"/>
                <a:gd name="connsiteX1" fmla="*/ 1246032 w 1459364"/>
                <a:gd name="connsiteY1" fmla="*/ 0 h 808982"/>
                <a:gd name="connsiteX2" fmla="*/ 1332229 w 1459364"/>
                <a:gd name="connsiteY2" fmla="*/ 86197 h 808982"/>
                <a:gd name="connsiteX3" fmla="*/ 1332229 w 1459364"/>
                <a:gd name="connsiteY3" fmla="*/ 254985 h 808982"/>
                <a:gd name="connsiteX4" fmla="*/ 1444169 w 1459364"/>
                <a:gd name="connsiteY4" fmla="*/ 370406 h 808982"/>
                <a:gd name="connsiteX5" fmla="*/ 1443004 w 1459364"/>
                <a:gd name="connsiteY5" fmla="*/ 446555 h 808982"/>
                <a:gd name="connsiteX6" fmla="*/ 1332229 w 1459364"/>
                <a:gd name="connsiteY6" fmla="*/ 553989 h 808982"/>
                <a:gd name="connsiteX7" fmla="*/ 1332229 w 1459364"/>
                <a:gd name="connsiteY7" fmla="*/ 722785 h 808982"/>
                <a:gd name="connsiteX8" fmla="*/ 1246032 w 1459364"/>
                <a:gd name="connsiteY8" fmla="*/ 808982 h 808982"/>
                <a:gd name="connsiteX9" fmla="*/ 86197 w 1459364"/>
                <a:gd name="connsiteY9" fmla="*/ 808982 h 808982"/>
                <a:gd name="connsiteX10" fmla="*/ 0 w 1459364"/>
                <a:gd name="connsiteY10" fmla="*/ 722785 h 808982"/>
                <a:gd name="connsiteX11" fmla="*/ 0 w 1459364"/>
                <a:gd name="connsiteY11" fmla="*/ 86197 h 808982"/>
                <a:gd name="connsiteX12" fmla="*/ 86197 w 1459364"/>
                <a:gd name="connsiteY12" fmla="*/ 0 h 808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59364" h="808982">
                  <a:moveTo>
                    <a:pt x="86197" y="0"/>
                  </a:moveTo>
                  <a:lnTo>
                    <a:pt x="1246032" y="0"/>
                  </a:lnTo>
                  <a:cubicBezTo>
                    <a:pt x="1293637" y="0"/>
                    <a:pt x="1332229" y="38592"/>
                    <a:pt x="1332229" y="86197"/>
                  </a:cubicBezTo>
                  <a:lnTo>
                    <a:pt x="1332229" y="254985"/>
                  </a:lnTo>
                  <a:lnTo>
                    <a:pt x="1444169" y="370406"/>
                  </a:lnTo>
                  <a:cubicBezTo>
                    <a:pt x="1464876" y="391756"/>
                    <a:pt x="1464354" y="425848"/>
                    <a:pt x="1443004" y="446555"/>
                  </a:cubicBezTo>
                  <a:lnTo>
                    <a:pt x="1332229" y="553989"/>
                  </a:lnTo>
                  <a:lnTo>
                    <a:pt x="1332229" y="722785"/>
                  </a:lnTo>
                  <a:cubicBezTo>
                    <a:pt x="1332229" y="770390"/>
                    <a:pt x="1293637" y="808982"/>
                    <a:pt x="1246032" y="808982"/>
                  </a:cubicBezTo>
                  <a:lnTo>
                    <a:pt x="86197" y="808982"/>
                  </a:lnTo>
                  <a:cubicBezTo>
                    <a:pt x="38592" y="808982"/>
                    <a:pt x="0" y="770390"/>
                    <a:pt x="0" y="722785"/>
                  </a:cubicBezTo>
                  <a:lnTo>
                    <a:pt x="0" y="86197"/>
                  </a:lnTo>
                  <a:cubicBezTo>
                    <a:pt x="0" y="38592"/>
                    <a:pt x="38592" y="0"/>
                    <a:pt x="86197" y="0"/>
                  </a:cubicBezTo>
                  <a:close/>
                </a:path>
              </a:pathLst>
            </a:custGeom>
            <a:solidFill>
              <a:srgbClr val="0070C0"/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4674867" y="4512900"/>
              <a:ext cx="1025612" cy="300456"/>
            </a:xfrm>
            <a:custGeom>
              <a:avLst/>
              <a:gdLst/>
              <a:ahLst/>
              <a:cxnLst/>
              <a:rect l="l" t="t" r="r" b="b"/>
              <a:pathLst>
                <a:path w="1025612" h="300456">
                  <a:moveTo>
                    <a:pt x="603665" y="236097"/>
                  </a:moveTo>
                  <a:lnTo>
                    <a:pt x="658044" y="236097"/>
                  </a:lnTo>
                  <a:lnTo>
                    <a:pt x="684200" y="300456"/>
                  </a:lnTo>
                  <a:lnTo>
                    <a:pt x="631887" y="300456"/>
                  </a:lnTo>
                  <a:close/>
                  <a:moveTo>
                    <a:pt x="525196" y="236097"/>
                  </a:moveTo>
                  <a:lnTo>
                    <a:pt x="578886" y="236097"/>
                  </a:lnTo>
                  <a:lnTo>
                    <a:pt x="606419" y="300456"/>
                  </a:lnTo>
                  <a:lnTo>
                    <a:pt x="552729" y="300456"/>
                  </a:lnTo>
                  <a:close/>
                  <a:moveTo>
                    <a:pt x="446038" y="236097"/>
                  </a:moveTo>
                  <a:lnTo>
                    <a:pt x="501104" y="236097"/>
                  </a:lnTo>
                  <a:lnTo>
                    <a:pt x="524508" y="300456"/>
                  </a:lnTo>
                  <a:lnTo>
                    <a:pt x="470818" y="300456"/>
                  </a:lnTo>
                  <a:close/>
                  <a:moveTo>
                    <a:pt x="384777" y="236097"/>
                  </a:moveTo>
                  <a:lnTo>
                    <a:pt x="437778" y="236097"/>
                  </a:lnTo>
                  <a:lnTo>
                    <a:pt x="407491" y="300456"/>
                  </a:lnTo>
                  <a:lnTo>
                    <a:pt x="354490" y="300456"/>
                  </a:lnTo>
                  <a:close/>
                  <a:moveTo>
                    <a:pt x="425388" y="136290"/>
                  </a:moveTo>
                  <a:lnTo>
                    <a:pt x="425388" y="178966"/>
                  </a:lnTo>
                  <a:lnTo>
                    <a:pt x="611237" y="178966"/>
                  </a:lnTo>
                  <a:lnTo>
                    <a:pt x="611237" y="136290"/>
                  </a:lnTo>
                  <a:close/>
                  <a:moveTo>
                    <a:pt x="940947" y="54378"/>
                  </a:moveTo>
                  <a:lnTo>
                    <a:pt x="940947" y="161758"/>
                  </a:lnTo>
                  <a:lnTo>
                    <a:pt x="974675" y="161758"/>
                  </a:lnTo>
                  <a:lnTo>
                    <a:pt x="974675" y="54378"/>
                  </a:lnTo>
                  <a:close/>
                  <a:moveTo>
                    <a:pt x="769553" y="54378"/>
                  </a:moveTo>
                  <a:lnTo>
                    <a:pt x="769553" y="249864"/>
                  </a:lnTo>
                  <a:lnTo>
                    <a:pt x="974675" y="249864"/>
                  </a:lnTo>
                  <a:lnTo>
                    <a:pt x="974675" y="208564"/>
                  </a:lnTo>
                  <a:lnTo>
                    <a:pt x="890011" y="208564"/>
                  </a:lnTo>
                  <a:lnTo>
                    <a:pt x="890011" y="54378"/>
                  </a:lnTo>
                  <a:lnTo>
                    <a:pt x="860413" y="54378"/>
                  </a:lnTo>
                  <a:lnTo>
                    <a:pt x="823931" y="218201"/>
                  </a:lnTo>
                  <a:lnTo>
                    <a:pt x="772306" y="218201"/>
                  </a:lnTo>
                  <a:lnTo>
                    <a:pt x="808100" y="54378"/>
                  </a:lnTo>
                  <a:close/>
                  <a:moveTo>
                    <a:pt x="718617" y="7572"/>
                  </a:moveTo>
                  <a:lnTo>
                    <a:pt x="1025612" y="7572"/>
                  </a:lnTo>
                  <a:lnTo>
                    <a:pt x="1025612" y="295638"/>
                  </a:lnTo>
                  <a:lnTo>
                    <a:pt x="718617" y="295638"/>
                  </a:lnTo>
                  <a:close/>
                  <a:moveTo>
                    <a:pt x="483208" y="0"/>
                  </a:moveTo>
                  <a:lnTo>
                    <a:pt x="534144" y="0"/>
                  </a:lnTo>
                  <a:lnTo>
                    <a:pt x="534144" y="19273"/>
                  </a:lnTo>
                  <a:lnTo>
                    <a:pt x="666304" y="19273"/>
                  </a:lnTo>
                  <a:lnTo>
                    <a:pt x="666304" y="66080"/>
                  </a:lnTo>
                  <a:lnTo>
                    <a:pt x="534144" y="66080"/>
                  </a:lnTo>
                  <a:lnTo>
                    <a:pt x="534144" y="89483"/>
                  </a:lnTo>
                  <a:lnTo>
                    <a:pt x="662174" y="89483"/>
                  </a:lnTo>
                  <a:lnTo>
                    <a:pt x="662174" y="225772"/>
                  </a:lnTo>
                  <a:lnTo>
                    <a:pt x="374452" y="225772"/>
                  </a:lnTo>
                  <a:lnTo>
                    <a:pt x="374452" y="89483"/>
                  </a:lnTo>
                  <a:lnTo>
                    <a:pt x="483208" y="89483"/>
                  </a:lnTo>
                  <a:close/>
                  <a:moveTo>
                    <a:pt x="132159" y="0"/>
                  </a:moveTo>
                  <a:lnTo>
                    <a:pt x="183096" y="0"/>
                  </a:lnTo>
                  <a:lnTo>
                    <a:pt x="183096" y="14455"/>
                  </a:lnTo>
                  <a:lnTo>
                    <a:pt x="248487" y="14455"/>
                  </a:lnTo>
                  <a:lnTo>
                    <a:pt x="248487" y="59885"/>
                  </a:lnTo>
                  <a:lnTo>
                    <a:pt x="183096" y="59885"/>
                  </a:lnTo>
                  <a:lnTo>
                    <a:pt x="183096" y="74340"/>
                  </a:lnTo>
                  <a:lnTo>
                    <a:pt x="242981" y="74340"/>
                  </a:lnTo>
                  <a:lnTo>
                    <a:pt x="278085" y="5507"/>
                  </a:lnTo>
                  <a:lnTo>
                    <a:pt x="333152" y="5507"/>
                  </a:lnTo>
                  <a:lnTo>
                    <a:pt x="300112" y="74340"/>
                  </a:lnTo>
                  <a:lnTo>
                    <a:pt x="322827" y="74340"/>
                  </a:lnTo>
                  <a:lnTo>
                    <a:pt x="322827" y="120458"/>
                  </a:lnTo>
                  <a:lnTo>
                    <a:pt x="104626" y="120458"/>
                  </a:lnTo>
                  <a:lnTo>
                    <a:pt x="98105" y="132848"/>
                  </a:lnTo>
                  <a:lnTo>
                    <a:pt x="316632" y="132848"/>
                  </a:lnTo>
                  <a:lnTo>
                    <a:pt x="316632" y="176901"/>
                  </a:lnTo>
                  <a:lnTo>
                    <a:pt x="180343" y="176901"/>
                  </a:lnTo>
                  <a:lnTo>
                    <a:pt x="172771" y="189291"/>
                  </a:lnTo>
                  <a:lnTo>
                    <a:pt x="309749" y="189291"/>
                  </a:lnTo>
                  <a:lnTo>
                    <a:pt x="301489" y="300456"/>
                  </a:lnTo>
                  <a:lnTo>
                    <a:pt x="74340" y="300456"/>
                  </a:lnTo>
                  <a:lnTo>
                    <a:pt x="74340" y="255371"/>
                  </a:lnTo>
                  <a:lnTo>
                    <a:pt x="252617" y="255371"/>
                  </a:lnTo>
                  <a:lnTo>
                    <a:pt x="254682" y="234032"/>
                  </a:lnTo>
                  <a:lnTo>
                    <a:pt x="90860" y="234032"/>
                  </a:lnTo>
                  <a:lnTo>
                    <a:pt x="127341" y="176901"/>
                  </a:lnTo>
                  <a:lnTo>
                    <a:pt x="97743" y="176901"/>
                  </a:lnTo>
                  <a:lnTo>
                    <a:pt x="97743" y="133536"/>
                  </a:lnTo>
                  <a:lnTo>
                    <a:pt x="56443" y="212006"/>
                  </a:lnTo>
                  <a:lnTo>
                    <a:pt x="0" y="212006"/>
                  </a:lnTo>
                  <a:lnTo>
                    <a:pt x="48871" y="120458"/>
                  </a:lnTo>
                  <a:lnTo>
                    <a:pt x="14455" y="120458"/>
                  </a:lnTo>
                  <a:lnTo>
                    <a:pt x="14455" y="74340"/>
                  </a:lnTo>
                  <a:lnTo>
                    <a:pt x="132159" y="74340"/>
                  </a:lnTo>
                  <a:lnTo>
                    <a:pt x="132159" y="59885"/>
                  </a:lnTo>
                  <a:lnTo>
                    <a:pt x="29598" y="59885"/>
                  </a:lnTo>
                  <a:lnTo>
                    <a:pt x="29598" y="14455"/>
                  </a:lnTo>
                  <a:lnTo>
                    <a:pt x="132159" y="144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800" dirty="0">
                <a:solidFill>
                  <a:prstClr val="black"/>
                </a:solidFill>
                <a:latin typeface="锐字锐线怒放黑简1.0" panose="02010604000000000000" pitchFamily="2" charset="-122"/>
                <a:ea typeface="锐字锐线怒放黑简1.0" panose="02010604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908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级标题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711628" y="2971019"/>
            <a:ext cx="7176411" cy="962038"/>
          </a:xfrm>
          <a:prstGeom prst="roundRect">
            <a:avLst>
              <a:gd name="adj" fmla="val 13060"/>
            </a:avLst>
          </a:prstGeom>
          <a:solidFill>
            <a:schemeClr val="bg1">
              <a:alpha val="85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3290288" y="3091998"/>
            <a:ext cx="6487998" cy="736908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一级标题页</a:t>
            </a:r>
          </a:p>
        </p:txBody>
      </p:sp>
    </p:spTree>
    <p:extLst>
      <p:ext uri="{BB962C8B-B14F-4D97-AF65-F5344CB8AC3E}">
        <p14:creationId xmlns:p14="http://schemas.microsoft.com/office/powerpoint/2010/main" val="14261252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级标题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0"/>
            <a:ext cx="12192000" cy="6858000"/>
          </a:xfrm>
          <a:prstGeom prst="rect">
            <a:avLst/>
          </a:prstGeom>
        </p:spPr>
      </p:pic>
      <p:sp>
        <p:nvSpPr>
          <p:cNvPr id="7" name="矩形: 圆角 6"/>
          <p:cNvSpPr/>
          <p:nvPr/>
        </p:nvSpPr>
        <p:spPr>
          <a:xfrm>
            <a:off x="3141080" y="2947982"/>
            <a:ext cx="7176411" cy="962038"/>
          </a:xfrm>
          <a:prstGeom prst="roundRect">
            <a:avLst>
              <a:gd name="adj" fmla="val 13060"/>
            </a:avLst>
          </a:prstGeom>
          <a:solidFill>
            <a:schemeClr val="bg1">
              <a:alpha val="85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3719736" y="3068960"/>
            <a:ext cx="6487998" cy="736908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一级标题页</a:t>
            </a: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874514" y="2943543"/>
            <a:ext cx="1735470" cy="962038"/>
            <a:chOff x="1976153" y="5685409"/>
            <a:chExt cx="1459364" cy="808982"/>
          </a:xfrm>
        </p:grpSpPr>
        <p:sp>
          <p:nvSpPr>
            <p:cNvPr id="26" name="任意多边形: 形状 25"/>
            <p:cNvSpPr/>
            <p:nvPr/>
          </p:nvSpPr>
          <p:spPr>
            <a:xfrm>
              <a:off x="1976153" y="5685409"/>
              <a:ext cx="1459364" cy="808982"/>
            </a:xfrm>
            <a:custGeom>
              <a:avLst/>
              <a:gdLst>
                <a:gd name="connsiteX0" fmla="*/ 86197 w 1459364"/>
                <a:gd name="connsiteY0" fmla="*/ 0 h 808982"/>
                <a:gd name="connsiteX1" fmla="*/ 1246032 w 1459364"/>
                <a:gd name="connsiteY1" fmla="*/ 0 h 808982"/>
                <a:gd name="connsiteX2" fmla="*/ 1332229 w 1459364"/>
                <a:gd name="connsiteY2" fmla="*/ 86197 h 808982"/>
                <a:gd name="connsiteX3" fmla="*/ 1332229 w 1459364"/>
                <a:gd name="connsiteY3" fmla="*/ 254985 h 808982"/>
                <a:gd name="connsiteX4" fmla="*/ 1444169 w 1459364"/>
                <a:gd name="connsiteY4" fmla="*/ 370406 h 808982"/>
                <a:gd name="connsiteX5" fmla="*/ 1443004 w 1459364"/>
                <a:gd name="connsiteY5" fmla="*/ 446555 h 808982"/>
                <a:gd name="connsiteX6" fmla="*/ 1332229 w 1459364"/>
                <a:gd name="connsiteY6" fmla="*/ 553989 h 808982"/>
                <a:gd name="connsiteX7" fmla="*/ 1332229 w 1459364"/>
                <a:gd name="connsiteY7" fmla="*/ 722785 h 808982"/>
                <a:gd name="connsiteX8" fmla="*/ 1246032 w 1459364"/>
                <a:gd name="connsiteY8" fmla="*/ 808982 h 808982"/>
                <a:gd name="connsiteX9" fmla="*/ 86197 w 1459364"/>
                <a:gd name="connsiteY9" fmla="*/ 808982 h 808982"/>
                <a:gd name="connsiteX10" fmla="*/ 0 w 1459364"/>
                <a:gd name="connsiteY10" fmla="*/ 722785 h 808982"/>
                <a:gd name="connsiteX11" fmla="*/ 0 w 1459364"/>
                <a:gd name="connsiteY11" fmla="*/ 86197 h 808982"/>
                <a:gd name="connsiteX12" fmla="*/ 86197 w 1459364"/>
                <a:gd name="connsiteY12" fmla="*/ 0 h 808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59364" h="808982">
                  <a:moveTo>
                    <a:pt x="86197" y="0"/>
                  </a:moveTo>
                  <a:lnTo>
                    <a:pt x="1246032" y="0"/>
                  </a:lnTo>
                  <a:cubicBezTo>
                    <a:pt x="1293637" y="0"/>
                    <a:pt x="1332229" y="38592"/>
                    <a:pt x="1332229" y="86197"/>
                  </a:cubicBezTo>
                  <a:lnTo>
                    <a:pt x="1332229" y="254985"/>
                  </a:lnTo>
                  <a:lnTo>
                    <a:pt x="1444169" y="370406"/>
                  </a:lnTo>
                  <a:cubicBezTo>
                    <a:pt x="1464876" y="391756"/>
                    <a:pt x="1464354" y="425848"/>
                    <a:pt x="1443004" y="446555"/>
                  </a:cubicBezTo>
                  <a:lnTo>
                    <a:pt x="1332229" y="553989"/>
                  </a:lnTo>
                  <a:lnTo>
                    <a:pt x="1332229" y="722785"/>
                  </a:lnTo>
                  <a:cubicBezTo>
                    <a:pt x="1332229" y="770390"/>
                    <a:pt x="1293637" y="808982"/>
                    <a:pt x="1246032" y="808982"/>
                  </a:cubicBezTo>
                  <a:lnTo>
                    <a:pt x="86197" y="808982"/>
                  </a:lnTo>
                  <a:cubicBezTo>
                    <a:pt x="38592" y="808982"/>
                    <a:pt x="0" y="770390"/>
                    <a:pt x="0" y="722785"/>
                  </a:cubicBezTo>
                  <a:lnTo>
                    <a:pt x="0" y="86197"/>
                  </a:lnTo>
                  <a:cubicBezTo>
                    <a:pt x="0" y="38592"/>
                    <a:pt x="38592" y="0"/>
                    <a:pt x="86197" y="0"/>
                  </a:cubicBezTo>
                  <a:close/>
                </a:path>
              </a:pathLst>
            </a:custGeom>
            <a:solidFill>
              <a:srgbClr val="0070C0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2124674" y="5945372"/>
              <a:ext cx="1031807" cy="301832"/>
            </a:xfrm>
            <a:custGeom>
              <a:avLst/>
              <a:gdLst/>
              <a:ahLst/>
              <a:cxnLst/>
              <a:rect l="l" t="t" r="r" b="b"/>
              <a:pathLst>
                <a:path w="1031807" h="301832">
                  <a:moveTo>
                    <a:pt x="603665" y="237473"/>
                  </a:moveTo>
                  <a:lnTo>
                    <a:pt x="658043" y="237473"/>
                  </a:lnTo>
                  <a:lnTo>
                    <a:pt x="684200" y="301832"/>
                  </a:lnTo>
                  <a:lnTo>
                    <a:pt x="631887" y="301832"/>
                  </a:lnTo>
                  <a:close/>
                  <a:moveTo>
                    <a:pt x="525196" y="237473"/>
                  </a:moveTo>
                  <a:lnTo>
                    <a:pt x="578886" y="237473"/>
                  </a:lnTo>
                  <a:lnTo>
                    <a:pt x="606419" y="301832"/>
                  </a:lnTo>
                  <a:lnTo>
                    <a:pt x="552729" y="301832"/>
                  </a:lnTo>
                  <a:close/>
                  <a:moveTo>
                    <a:pt x="446038" y="237473"/>
                  </a:moveTo>
                  <a:lnTo>
                    <a:pt x="501104" y="237473"/>
                  </a:lnTo>
                  <a:lnTo>
                    <a:pt x="524507" y="301832"/>
                  </a:lnTo>
                  <a:lnTo>
                    <a:pt x="470818" y="301832"/>
                  </a:lnTo>
                  <a:close/>
                  <a:moveTo>
                    <a:pt x="384776" y="237473"/>
                  </a:moveTo>
                  <a:lnTo>
                    <a:pt x="437778" y="237473"/>
                  </a:lnTo>
                  <a:lnTo>
                    <a:pt x="407491" y="301832"/>
                  </a:lnTo>
                  <a:lnTo>
                    <a:pt x="354490" y="301832"/>
                  </a:lnTo>
                  <a:close/>
                  <a:moveTo>
                    <a:pt x="905842" y="148679"/>
                  </a:moveTo>
                  <a:lnTo>
                    <a:pt x="962974" y="148679"/>
                  </a:lnTo>
                  <a:lnTo>
                    <a:pt x="1031807" y="301832"/>
                  </a:lnTo>
                  <a:lnTo>
                    <a:pt x="974675" y="301832"/>
                  </a:lnTo>
                  <a:close/>
                  <a:moveTo>
                    <a:pt x="777125" y="148679"/>
                  </a:moveTo>
                  <a:lnTo>
                    <a:pt x="833568" y="148679"/>
                  </a:lnTo>
                  <a:lnTo>
                    <a:pt x="768865" y="301832"/>
                  </a:lnTo>
                  <a:lnTo>
                    <a:pt x="713110" y="301832"/>
                  </a:lnTo>
                  <a:close/>
                  <a:moveTo>
                    <a:pt x="425388" y="137666"/>
                  </a:moveTo>
                  <a:lnTo>
                    <a:pt x="425388" y="180342"/>
                  </a:lnTo>
                  <a:lnTo>
                    <a:pt x="611237" y="180342"/>
                  </a:lnTo>
                  <a:lnTo>
                    <a:pt x="611237" y="137666"/>
                  </a:lnTo>
                  <a:close/>
                  <a:moveTo>
                    <a:pt x="715175" y="72963"/>
                  </a:moveTo>
                  <a:lnTo>
                    <a:pt x="1029053" y="72963"/>
                  </a:lnTo>
                  <a:lnTo>
                    <a:pt x="1029053" y="119769"/>
                  </a:lnTo>
                  <a:lnTo>
                    <a:pt x="715175" y="119769"/>
                  </a:lnTo>
                  <a:close/>
                  <a:moveTo>
                    <a:pt x="483208" y="1376"/>
                  </a:moveTo>
                  <a:lnTo>
                    <a:pt x="534144" y="1376"/>
                  </a:lnTo>
                  <a:lnTo>
                    <a:pt x="534144" y="20649"/>
                  </a:lnTo>
                  <a:lnTo>
                    <a:pt x="666303" y="20649"/>
                  </a:lnTo>
                  <a:lnTo>
                    <a:pt x="666303" y="67456"/>
                  </a:lnTo>
                  <a:lnTo>
                    <a:pt x="534144" y="67456"/>
                  </a:lnTo>
                  <a:lnTo>
                    <a:pt x="534144" y="90859"/>
                  </a:lnTo>
                  <a:lnTo>
                    <a:pt x="662173" y="90859"/>
                  </a:lnTo>
                  <a:lnTo>
                    <a:pt x="662173" y="227148"/>
                  </a:lnTo>
                  <a:lnTo>
                    <a:pt x="374451" y="227148"/>
                  </a:lnTo>
                  <a:lnTo>
                    <a:pt x="374451" y="90859"/>
                  </a:lnTo>
                  <a:lnTo>
                    <a:pt x="483208" y="90859"/>
                  </a:lnTo>
                  <a:close/>
                  <a:moveTo>
                    <a:pt x="132159" y="1376"/>
                  </a:moveTo>
                  <a:lnTo>
                    <a:pt x="183096" y="1376"/>
                  </a:lnTo>
                  <a:lnTo>
                    <a:pt x="183096" y="15831"/>
                  </a:lnTo>
                  <a:lnTo>
                    <a:pt x="248487" y="15831"/>
                  </a:lnTo>
                  <a:lnTo>
                    <a:pt x="248487" y="61261"/>
                  </a:lnTo>
                  <a:lnTo>
                    <a:pt x="183096" y="61261"/>
                  </a:lnTo>
                  <a:lnTo>
                    <a:pt x="183096" y="75716"/>
                  </a:lnTo>
                  <a:lnTo>
                    <a:pt x="242980" y="75716"/>
                  </a:lnTo>
                  <a:lnTo>
                    <a:pt x="278085" y="6883"/>
                  </a:lnTo>
                  <a:lnTo>
                    <a:pt x="333152" y="6883"/>
                  </a:lnTo>
                  <a:lnTo>
                    <a:pt x="300112" y="75716"/>
                  </a:lnTo>
                  <a:lnTo>
                    <a:pt x="322827" y="75716"/>
                  </a:lnTo>
                  <a:lnTo>
                    <a:pt x="322827" y="121834"/>
                  </a:lnTo>
                  <a:lnTo>
                    <a:pt x="104626" y="121834"/>
                  </a:lnTo>
                  <a:lnTo>
                    <a:pt x="98105" y="134224"/>
                  </a:lnTo>
                  <a:lnTo>
                    <a:pt x="316632" y="134224"/>
                  </a:lnTo>
                  <a:lnTo>
                    <a:pt x="316632" y="178277"/>
                  </a:lnTo>
                  <a:lnTo>
                    <a:pt x="180342" y="178277"/>
                  </a:lnTo>
                  <a:lnTo>
                    <a:pt x="172771" y="190667"/>
                  </a:lnTo>
                  <a:lnTo>
                    <a:pt x="309748" y="190667"/>
                  </a:lnTo>
                  <a:lnTo>
                    <a:pt x="301488" y="301832"/>
                  </a:lnTo>
                  <a:lnTo>
                    <a:pt x="74340" y="301832"/>
                  </a:lnTo>
                  <a:lnTo>
                    <a:pt x="74340" y="256747"/>
                  </a:lnTo>
                  <a:lnTo>
                    <a:pt x="252617" y="256747"/>
                  </a:lnTo>
                  <a:lnTo>
                    <a:pt x="254682" y="235408"/>
                  </a:lnTo>
                  <a:lnTo>
                    <a:pt x="90860" y="235408"/>
                  </a:lnTo>
                  <a:lnTo>
                    <a:pt x="127341" y="178277"/>
                  </a:lnTo>
                  <a:lnTo>
                    <a:pt x="97743" y="178277"/>
                  </a:lnTo>
                  <a:lnTo>
                    <a:pt x="97743" y="134912"/>
                  </a:lnTo>
                  <a:lnTo>
                    <a:pt x="56443" y="213382"/>
                  </a:lnTo>
                  <a:lnTo>
                    <a:pt x="0" y="213382"/>
                  </a:lnTo>
                  <a:lnTo>
                    <a:pt x="48871" y="121834"/>
                  </a:lnTo>
                  <a:lnTo>
                    <a:pt x="14455" y="121834"/>
                  </a:lnTo>
                  <a:lnTo>
                    <a:pt x="14455" y="75716"/>
                  </a:lnTo>
                  <a:lnTo>
                    <a:pt x="132159" y="75716"/>
                  </a:lnTo>
                  <a:lnTo>
                    <a:pt x="132159" y="61261"/>
                  </a:lnTo>
                  <a:lnTo>
                    <a:pt x="29598" y="61261"/>
                  </a:lnTo>
                  <a:lnTo>
                    <a:pt x="29598" y="15831"/>
                  </a:lnTo>
                  <a:lnTo>
                    <a:pt x="132159" y="15831"/>
                  </a:lnTo>
                  <a:close/>
                  <a:moveTo>
                    <a:pt x="813606" y="0"/>
                  </a:moveTo>
                  <a:lnTo>
                    <a:pt x="872802" y="0"/>
                  </a:lnTo>
                  <a:lnTo>
                    <a:pt x="910661" y="57131"/>
                  </a:lnTo>
                  <a:lnTo>
                    <a:pt x="851464" y="5713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800" dirty="0">
                <a:solidFill>
                  <a:prstClr val="black"/>
                </a:solidFill>
                <a:latin typeface="锐字锐线怒放黑简1.0" panose="02010604000000000000" pitchFamily="2" charset="-122"/>
                <a:ea typeface="锐字锐线怒放黑简1.0" panose="02010604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40370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二级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4" y="2362572"/>
            <a:ext cx="12192000" cy="213285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09601" y="2857501"/>
            <a:ext cx="10972800" cy="1143000"/>
          </a:xfrm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二级标题页</a:t>
            </a:r>
          </a:p>
        </p:txBody>
      </p:sp>
    </p:spTree>
    <p:extLst>
      <p:ext uri="{BB962C8B-B14F-4D97-AF65-F5344CB8AC3E}">
        <p14:creationId xmlns:p14="http://schemas.microsoft.com/office/powerpoint/2010/main" val="37867036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三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2495604" y="1"/>
            <a:ext cx="7200800" cy="4149080"/>
            <a:chOff x="2495600" y="0"/>
            <a:chExt cx="7200800" cy="4149080"/>
          </a:xfrm>
        </p:grpSpPr>
        <p:sp>
          <p:nvSpPr>
            <p:cNvPr id="7" name="矩形 6"/>
            <p:cNvSpPr/>
            <p:nvPr/>
          </p:nvSpPr>
          <p:spPr>
            <a:xfrm>
              <a:off x="2495600" y="2708920"/>
              <a:ext cx="7200800" cy="14401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2711624" y="2852936"/>
              <a:ext cx="216024" cy="216024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9264354" y="2851870"/>
              <a:ext cx="216024" cy="216024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2819636" y="0"/>
              <a:ext cx="0" cy="295988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V="1">
              <a:off x="9372366" y="0"/>
              <a:ext cx="0" cy="295988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035664" y="2857501"/>
            <a:ext cx="6120680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三级标题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6805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带标题的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" y="1"/>
            <a:ext cx="12192000" cy="9278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09601" y="1"/>
            <a:ext cx="10972800" cy="9278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带标题的内页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2771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带标题的内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/>
        </p:nvSpPr>
        <p:spPr>
          <a:xfrm>
            <a:off x="4" y="3"/>
            <a:ext cx="12192000" cy="1844825"/>
          </a:xfrm>
          <a:custGeom>
            <a:avLst/>
            <a:gdLst>
              <a:gd name="connsiteX0" fmla="*/ 0 w 12192000"/>
              <a:gd name="connsiteY0" fmla="*/ 0 h 1844825"/>
              <a:gd name="connsiteX1" fmla="*/ 12192000 w 12192000"/>
              <a:gd name="connsiteY1" fmla="*/ 0 h 1844825"/>
              <a:gd name="connsiteX2" fmla="*/ 12192000 w 12192000"/>
              <a:gd name="connsiteY2" fmla="*/ 224030 h 1844825"/>
              <a:gd name="connsiteX3" fmla="*/ 12133782 w 12192000"/>
              <a:gd name="connsiteY3" fmla="*/ 281700 h 1844825"/>
              <a:gd name="connsiteX4" fmla="*/ 6096000 w 12192000"/>
              <a:gd name="connsiteY4" fmla="*/ 1844825 h 1844825"/>
              <a:gd name="connsiteX5" fmla="*/ 58218 w 12192000"/>
              <a:gd name="connsiteY5" fmla="*/ 281700 h 1844825"/>
              <a:gd name="connsiteX6" fmla="*/ 0 w 12192000"/>
              <a:gd name="connsiteY6" fmla="*/ 224031 h 184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44825">
                <a:moveTo>
                  <a:pt x="0" y="0"/>
                </a:moveTo>
                <a:lnTo>
                  <a:pt x="12192000" y="0"/>
                </a:lnTo>
                <a:lnTo>
                  <a:pt x="12192000" y="224030"/>
                </a:lnTo>
                <a:lnTo>
                  <a:pt x="12133782" y="281700"/>
                </a:lnTo>
                <a:cubicBezTo>
                  <a:pt x="11139024" y="1200283"/>
                  <a:pt x="8810229" y="1844825"/>
                  <a:pt x="6096000" y="1844825"/>
                </a:cubicBezTo>
                <a:cubicBezTo>
                  <a:pt x="3381771" y="1844825"/>
                  <a:pt x="1052976" y="1200283"/>
                  <a:pt x="58218" y="281700"/>
                </a:cubicBezTo>
                <a:lnTo>
                  <a:pt x="0" y="224031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95604" y="458470"/>
            <a:ext cx="7200800" cy="9278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带标题的内页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129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带小结的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4" y="4941168"/>
            <a:ext cx="12192000" cy="1916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09601" y="5589240"/>
            <a:ext cx="10972800" cy="627378"/>
          </a:xfrm>
        </p:spPr>
        <p:txBody>
          <a:bodyPr>
            <a:normAutofit/>
          </a:bodyPr>
          <a:lstStyle>
            <a:lvl1pPr algn="l">
              <a:defRPr sz="3200">
                <a:solidFill>
                  <a:srgbClr val="00B0F0"/>
                </a:solidFill>
              </a:defRPr>
            </a:lvl1pPr>
          </a:lstStyle>
          <a:p>
            <a:r>
              <a:rPr lang="zh-CN" altLang="en-US" dirty="0"/>
              <a:t>带小结的内页</a:t>
            </a:r>
          </a:p>
        </p:txBody>
      </p:sp>
      <p:sp>
        <p:nvSpPr>
          <p:cNvPr id="7" name="等腰三角形 6"/>
          <p:cNvSpPr/>
          <p:nvPr userDrawn="1"/>
        </p:nvSpPr>
        <p:spPr>
          <a:xfrm>
            <a:off x="609604" y="4780039"/>
            <a:ext cx="373832" cy="322269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9942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带小结的内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4" y="4941168"/>
            <a:ext cx="12192000" cy="19168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5361" y="5102302"/>
            <a:ext cx="11521280" cy="1601254"/>
          </a:xfrm>
        </p:spPr>
        <p:txBody>
          <a:bodyPr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带小结的内页</a:t>
            </a:r>
          </a:p>
        </p:txBody>
      </p:sp>
      <p:sp>
        <p:nvSpPr>
          <p:cNvPr id="7" name="等腰三角形 6"/>
          <p:cNvSpPr/>
          <p:nvPr userDrawn="1"/>
        </p:nvSpPr>
        <p:spPr>
          <a:xfrm>
            <a:off x="609604" y="4780039"/>
            <a:ext cx="373832" cy="322269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8380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带小结的内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" y="3960336"/>
            <a:ext cx="12192000" cy="2897664"/>
            <a:chOff x="0" y="3960336"/>
            <a:chExt cx="12192000" cy="2897664"/>
          </a:xfrm>
        </p:grpSpPr>
        <p:sp>
          <p:nvSpPr>
            <p:cNvPr id="11" name="矩形 10"/>
            <p:cNvSpPr/>
            <p:nvPr/>
          </p:nvSpPr>
          <p:spPr>
            <a:xfrm>
              <a:off x="0" y="4005064"/>
              <a:ext cx="12192000" cy="2852936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44804" y="3960336"/>
              <a:ext cx="11902392" cy="216024"/>
              <a:chOff x="119336" y="4039899"/>
              <a:chExt cx="11902392" cy="216024"/>
            </a:xfrm>
          </p:grpSpPr>
          <p:sp>
            <p:nvSpPr>
              <p:cNvPr id="13" name="椭圆 12"/>
              <p:cNvSpPr/>
              <p:nvPr/>
            </p:nvSpPr>
            <p:spPr>
              <a:xfrm>
                <a:off x="119336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473468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827600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181732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535864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1889996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2244128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2598260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1" name="椭圆 20"/>
              <p:cNvSpPr/>
              <p:nvPr/>
            </p:nvSpPr>
            <p:spPr>
              <a:xfrm>
                <a:off x="2952392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3306524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3660656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4014788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4368920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6" name="椭圆 25"/>
              <p:cNvSpPr/>
              <p:nvPr/>
            </p:nvSpPr>
            <p:spPr>
              <a:xfrm>
                <a:off x="4723052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5077184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5431316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5785448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6139580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6493712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6847844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7201976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7556108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7910240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8264372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8618504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8" name="椭圆 37"/>
              <p:cNvSpPr/>
              <p:nvPr/>
            </p:nvSpPr>
            <p:spPr>
              <a:xfrm>
                <a:off x="8972636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9326768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>
              <a:xfrm>
                <a:off x="9680900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1" name="椭圆 40"/>
              <p:cNvSpPr/>
              <p:nvPr/>
            </p:nvSpPr>
            <p:spPr>
              <a:xfrm>
                <a:off x="10035032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10389164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10743296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11097428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11451560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11805704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5361" y="4437112"/>
            <a:ext cx="11521280" cy="2266444"/>
          </a:xfrm>
        </p:spPr>
        <p:txBody>
          <a:bodyPr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带小结的内页</a:t>
            </a:r>
          </a:p>
        </p:txBody>
      </p:sp>
    </p:spTree>
    <p:extLst>
      <p:ext uri="{BB962C8B-B14F-4D97-AF65-F5344CB8AC3E}">
        <p14:creationId xmlns:p14="http://schemas.microsoft.com/office/powerpoint/2010/main" val="16797096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标题及小结的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4" y="4941168"/>
            <a:ext cx="12192000" cy="19168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等腰三角形 6"/>
          <p:cNvSpPr/>
          <p:nvPr userDrawn="1"/>
        </p:nvSpPr>
        <p:spPr>
          <a:xfrm>
            <a:off x="609604" y="4780039"/>
            <a:ext cx="373832" cy="322269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4" y="1"/>
            <a:ext cx="12192000" cy="9278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609601" y="1"/>
            <a:ext cx="10972800" cy="9278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带标题的内页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550867" y="5229232"/>
            <a:ext cx="11090275" cy="1439863"/>
          </a:xfrm>
        </p:spPr>
        <p:txBody>
          <a:bodyPr anchor="ctr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88424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命题探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1031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定向例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 userDrawn="1"/>
        </p:nvSpPr>
        <p:spPr>
          <a:xfrm>
            <a:off x="4" y="-2"/>
            <a:ext cx="12192000" cy="9087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-9033" y="904201"/>
            <a:ext cx="12201037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3222" y="189481"/>
            <a:ext cx="9199728" cy="529758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2EA462-F370-42F9-9E2A-5189981B8EEF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DE3145-697B-43A0-8694-4C03B7FF113D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0" name="箭头: 五边形 19"/>
          <p:cNvSpPr/>
          <p:nvPr userDrawn="1"/>
        </p:nvSpPr>
        <p:spPr>
          <a:xfrm>
            <a:off x="-6915" y="0"/>
            <a:ext cx="1566415" cy="908720"/>
          </a:xfrm>
          <a:prstGeom prst="homePlate">
            <a:avLst>
              <a:gd name="adj" fmla="val 18662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73726" y="214781"/>
            <a:ext cx="1339748" cy="479158"/>
            <a:chOff x="-9037" y="393831"/>
            <a:chExt cx="1339748" cy="479158"/>
          </a:xfrm>
        </p:grpSpPr>
        <p:sp>
          <p:nvSpPr>
            <p:cNvPr id="18" name="Freeform 5"/>
            <p:cNvSpPr>
              <a:spLocks noEditPoints="1"/>
            </p:cNvSpPr>
            <p:nvPr userDrawn="1"/>
          </p:nvSpPr>
          <p:spPr bwMode="auto">
            <a:xfrm>
              <a:off x="435622" y="393831"/>
              <a:ext cx="481905" cy="479158"/>
            </a:xfrm>
            <a:custGeom>
              <a:avLst/>
              <a:gdLst>
                <a:gd name="T0" fmla="*/ 0 w 670"/>
                <a:gd name="T1" fmla="*/ 373 h 670"/>
                <a:gd name="T2" fmla="*/ 306 w 670"/>
                <a:gd name="T3" fmla="*/ 75 h 670"/>
                <a:gd name="T4" fmla="*/ 343 w 670"/>
                <a:gd name="T5" fmla="*/ 79 h 670"/>
                <a:gd name="T6" fmla="*/ 362 w 670"/>
                <a:gd name="T7" fmla="*/ 95 h 670"/>
                <a:gd name="T8" fmla="*/ 347 w 670"/>
                <a:gd name="T9" fmla="*/ 110 h 670"/>
                <a:gd name="T10" fmla="*/ 340 w 670"/>
                <a:gd name="T11" fmla="*/ 109 h 670"/>
                <a:gd name="T12" fmla="*/ 309 w 670"/>
                <a:gd name="T13" fmla="*/ 107 h 670"/>
                <a:gd name="T14" fmla="*/ 107 w 670"/>
                <a:gd name="T15" fmla="*/ 183 h 670"/>
                <a:gd name="T16" fmla="*/ 107 w 670"/>
                <a:gd name="T17" fmla="*/ 563 h 670"/>
                <a:gd name="T18" fmla="*/ 488 w 670"/>
                <a:gd name="T19" fmla="*/ 563 h 670"/>
                <a:gd name="T20" fmla="*/ 559 w 670"/>
                <a:gd name="T21" fmla="*/ 323 h 670"/>
                <a:gd name="T22" fmla="*/ 559 w 670"/>
                <a:gd name="T23" fmla="*/ 321 h 670"/>
                <a:gd name="T24" fmla="*/ 573 w 670"/>
                <a:gd name="T25" fmla="*/ 298 h 670"/>
                <a:gd name="T26" fmla="*/ 589 w 670"/>
                <a:gd name="T27" fmla="*/ 315 h 670"/>
                <a:gd name="T28" fmla="*/ 589 w 670"/>
                <a:gd name="T29" fmla="*/ 316 h 670"/>
                <a:gd name="T30" fmla="*/ 297 w 670"/>
                <a:gd name="T31" fmla="*/ 670 h 670"/>
                <a:gd name="T32" fmla="*/ 235 w 670"/>
                <a:gd name="T33" fmla="*/ 580 h 670"/>
                <a:gd name="T34" fmla="*/ 233 w 670"/>
                <a:gd name="T35" fmla="*/ 580 h 670"/>
                <a:gd name="T36" fmla="*/ 141 w 670"/>
                <a:gd name="T37" fmla="*/ 523 h 670"/>
                <a:gd name="T38" fmla="*/ 127 w 670"/>
                <a:gd name="T39" fmla="*/ 508 h 670"/>
                <a:gd name="T40" fmla="*/ 146 w 670"/>
                <a:gd name="T41" fmla="*/ 505 h 670"/>
                <a:gd name="T42" fmla="*/ 246 w 670"/>
                <a:gd name="T43" fmla="*/ 571 h 670"/>
                <a:gd name="T44" fmla="*/ 297 w 670"/>
                <a:gd name="T45" fmla="*/ 511 h 670"/>
                <a:gd name="T46" fmla="*/ 289 w 670"/>
                <a:gd name="T47" fmla="*/ 234 h 670"/>
                <a:gd name="T48" fmla="*/ 297 w 670"/>
                <a:gd name="T49" fmla="*/ 235 h 670"/>
                <a:gd name="T50" fmla="*/ 297 w 670"/>
                <a:gd name="T51" fmla="*/ 267 h 670"/>
                <a:gd name="T52" fmla="*/ 295 w 670"/>
                <a:gd name="T53" fmla="*/ 266 h 670"/>
                <a:gd name="T54" fmla="*/ 294 w 670"/>
                <a:gd name="T55" fmla="*/ 266 h 670"/>
                <a:gd name="T56" fmla="*/ 297 w 670"/>
                <a:gd name="T57" fmla="*/ 479 h 670"/>
                <a:gd name="T58" fmla="*/ 404 w 670"/>
                <a:gd name="T59" fmla="*/ 381 h 670"/>
                <a:gd name="T60" fmla="*/ 404 w 670"/>
                <a:gd name="T61" fmla="*/ 371 h 670"/>
                <a:gd name="T62" fmla="*/ 436 w 670"/>
                <a:gd name="T63" fmla="*/ 372 h 670"/>
                <a:gd name="T64" fmla="*/ 436 w 670"/>
                <a:gd name="T65" fmla="*/ 374 h 670"/>
                <a:gd name="T66" fmla="*/ 297 w 670"/>
                <a:gd name="T67" fmla="*/ 511 h 670"/>
                <a:gd name="T68" fmla="*/ 102 w 670"/>
                <a:gd name="T69" fmla="*/ 477 h 670"/>
                <a:gd name="T70" fmla="*/ 98 w 670"/>
                <a:gd name="T71" fmla="*/ 471 h 670"/>
                <a:gd name="T72" fmla="*/ 89 w 670"/>
                <a:gd name="T73" fmla="*/ 456 h 670"/>
                <a:gd name="T74" fmla="*/ 104 w 670"/>
                <a:gd name="T75" fmla="*/ 450 h 670"/>
                <a:gd name="T76" fmla="*/ 115 w 670"/>
                <a:gd name="T77" fmla="*/ 469 h 670"/>
                <a:gd name="T78" fmla="*/ 272 w 670"/>
                <a:gd name="T79" fmla="*/ 361 h 670"/>
                <a:gd name="T80" fmla="*/ 404 w 670"/>
                <a:gd name="T81" fmla="*/ 121 h 670"/>
                <a:gd name="T82" fmla="*/ 502 w 670"/>
                <a:gd name="T83" fmla="*/ 34 h 670"/>
                <a:gd name="T84" fmla="*/ 546 w 670"/>
                <a:gd name="T85" fmla="*/ 124 h 670"/>
                <a:gd name="T86" fmla="*/ 648 w 670"/>
                <a:gd name="T87" fmla="*/ 157 h 670"/>
                <a:gd name="T88" fmla="*/ 640 w 670"/>
                <a:gd name="T89" fmla="*/ 165 h 670"/>
                <a:gd name="T90" fmla="*/ 546 w 670"/>
                <a:gd name="T91" fmla="*/ 243 h 670"/>
                <a:gd name="T92" fmla="*/ 430 w 670"/>
                <a:gd name="T93" fmla="*/ 255 h 670"/>
                <a:gd name="T94" fmla="*/ 272 w 670"/>
                <a:gd name="T95" fmla="*/ 361 h 670"/>
                <a:gd name="T96" fmla="*/ 436 w 670"/>
                <a:gd name="T97" fmla="*/ 234 h 670"/>
                <a:gd name="T98" fmla="*/ 608 w 670"/>
                <a:gd name="T99" fmla="*/ 157 h 670"/>
                <a:gd name="T100" fmla="*/ 513 w 670"/>
                <a:gd name="T101" fmla="*/ 62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70" h="670">
                  <a:moveTo>
                    <a:pt x="297" y="670"/>
                  </a:moveTo>
                  <a:cubicBezTo>
                    <a:pt x="133" y="670"/>
                    <a:pt x="0" y="537"/>
                    <a:pt x="0" y="373"/>
                  </a:cubicBezTo>
                  <a:cubicBezTo>
                    <a:pt x="0" y="209"/>
                    <a:pt x="133" y="75"/>
                    <a:pt x="297" y="75"/>
                  </a:cubicBezTo>
                  <a:cubicBezTo>
                    <a:pt x="306" y="75"/>
                    <a:pt x="306" y="75"/>
                    <a:pt x="306" y="75"/>
                  </a:cubicBezTo>
                  <a:cubicBezTo>
                    <a:pt x="323" y="75"/>
                    <a:pt x="327" y="75"/>
                    <a:pt x="343" y="78"/>
                  </a:cubicBezTo>
                  <a:cubicBezTo>
                    <a:pt x="343" y="79"/>
                    <a:pt x="343" y="79"/>
                    <a:pt x="343" y="79"/>
                  </a:cubicBezTo>
                  <a:cubicBezTo>
                    <a:pt x="351" y="81"/>
                    <a:pt x="351" y="81"/>
                    <a:pt x="351" y="81"/>
                  </a:cubicBezTo>
                  <a:cubicBezTo>
                    <a:pt x="357" y="82"/>
                    <a:pt x="362" y="88"/>
                    <a:pt x="362" y="95"/>
                  </a:cubicBezTo>
                  <a:cubicBezTo>
                    <a:pt x="362" y="104"/>
                    <a:pt x="355" y="110"/>
                    <a:pt x="347" y="110"/>
                  </a:cubicBezTo>
                  <a:cubicBezTo>
                    <a:pt x="347" y="110"/>
                    <a:pt x="347" y="110"/>
                    <a:pt x="347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0" y="109"/>
                    <a:pt x="340" y="109"/>
                    <a:pt x="340" y="109"/>
                  </a:cubicBezTo>
                  <a:cubicBezTo>
                    <a:pt x="330" y="108"/>
                    <a:pt x="324" y="107"/>
                    <a:pt x="316" y="107"/>
                  </a:cubicBezTo>
                  <a:cubicBezTo>
                    <a:pt x="314" y="107"/>
                    <a:pt x="311" y="107"/>
                    <a:pt x="309" y="107"/>
                  </a:cubicBezTo>
                  <a:cubicBezTo>
                    <a:pt x="306" y="107"/>
                    <a:pt x="302" y="107"/>
                    <a:pt x="297" y="107"/>
                  </a:cubicBezTo>
                  <a:cubicBezTo>
                    <a:pt x="223" y="107"/>
                    <a:pt x="156" y="134"/>
                    <a:pt x="107" y="183"/>
                  </a:cubicBezTo>
                  <a:cubicBezTo>
                    <a:pt x="59" y="231"/>
                    <a:pt x="32" y="299"/>
                    <a:pt x="32" y="373"/>
                  </a:cubicBezTo>
                  <a:cubicBezTo>
                    <a:pt x="32" y="447"/>
                    <a:pt x="59" y="514"/>
                    <a:pt x="107" y="563"/>
                  </a:cubicBezTo>
                  <a:cubicBezTo>
                    <a:pt x="156" y="611"/>
                    <a:pt x="223" y="638"/>
                    <a:pt x="297" y="638"/>
                  </a:cubicBezTo>
                  <a:cubicBezTo>
                    <a:pt x="371" y="638"/>
                    <a:pt x="439" y="611"/>
                    <a:pt x="488" y="563"/>
                  </a:cubicBezTo>
                  <a:cubicBezTo>
                    <a:pt x="536" y="514"/>
                    <a:pt x="563" y="447"/>
                    <a:pt x="563" y="373"/>
                  </a:cubicBezTo>
                  <a:cubicBezTo>
                    <a:pt x="563" y="354"/>
                    <a:pt x="562" y="337"/>
                    <a:pt x="559" y="323"/>
                  </a:cubicBezTo>
                  <a:cubicBezTo>
                    <a:pt x="559" y="322"/>
                    <a:pt x="559" y="322"/>
                    <a:pt x="559" y="322"/>
                  </a:cubicBezTo>
                  <a:cubicBezTo>
                    <a:pt x="559" y="321"/>
                    <a:pt x="559" y="321"/>
                    <a:pt x="559" y="321"/>
                  </a:cubicBezTo>
                  <a:cubicBezTo>
                    <a:pt x="558" y="319"/>
                    <a:pt x="557" y="316"/>
                    <a:pt x="557" y="314"/>
                  </a:cubicBezTo>
                  <a:cubicBezTo>
                    <a:pt x="557" y="305"/>
                    <a:pt x="564" y="298"/>
                    <a:pt x="573" y="298"/>
                  </a:cubicBezTo>
                  <a:cubicBezTo>
                    <a:pt x="582" y="298"/>
                    <a:pt x="589" y="305"/>
                    <a:pt x="589" y="314"/>
                  </a:cubicBezTo>
                  <a:cubicBezTo>
                    <a:pt x="589" y="314"/>
                    <a:pt x="589" y="315"/>
                    <a:pt x="589" y="315"/>
                  </a:cubicBezTo>
                  <a:cubicBezTo>
                    <a:pt x="589" y="316"/>
                    <a:pt x="589" y="316"/>
                    <a:pt x="589" y="316"/>
                  </a:cubicBezTo>
                  <a:cubicBezTo>
                    <a:pt x="589" y="316"/>
                    <a:pt x="589" y="316"/>
                    <a:pt x="589" y="316"/>
                  </a:cubicBezTo>
                  <a:cubicBezTo>
                    <a:pt x="593" y="335"/>
                    <a:pt x="595" y="347"/>
                    <a:pt x="595" y="373"/>
                  </a:cubicBezTo>
                  <a:cubicBezTo>
                    <a:pt x="595" y="537"/>
                    <a:pt x="462" y="670"/>
                    <a:pt x="297" y="670"/>
                  </a:cubicBezTo>
                  <a:close/>
                  <a:moveTo>
                    <a:pt x="237" y="581"/>
                  </a:moveTo>
                  <a:cubicBezTo>
                    <a:pt x="236" y="581"/>
                    <a:pt x="236" y="580"/>
                    <a:pt x="235" y="580"/>
                  </a:cubicBezTo>
                  <a:cubicBezTo>
                    <a:pt x="234" y="580"/>
                    <a:pt x="234" y="580"/>
                    <a:pt x="234" y="580"/>
                  </a:cubicBezTo>
                  <a:cubicBezTo>
                    <a:pt x="233" y="580"/>
                    <a:pt x="233" y="580"/>
                    <a:pt x="233" y="580"/>
                  </a:cubicBezTo>
                  <a:cubicBezTo>
                    <a:pt x="198" y="568"/>
                    <a:pt x="166" y="549"/>
                    <a:pt x="140" y="524"/>
                  </a:cubicBezTo>
                  <a:cubicBezTo>
                    <a:pt x="141" y="523"/>
                    <a:pt x="141" y="523"/>
                    <a:pt x="141" y="523"/>
                  </a:cubicBezTo>
                  <a:cubicBezTo>
                    <a:pt x="131" y="515"/>
                    <a:pt x="131" y="515"/>
                    <a:pt x="131" y="515"/>
                  </a:cubicBezTo>
                  <a:cubicBezTo>
                    <a:pt x="129" y="514"/>
                    <a:pt x="127" y="511"/>
                    <a:pt x="127" y="508"/>
                  </a:cubicBezTo>
                  <a:cubicBezTo>
                    <a:pt x="127" y="503"/>
                    <a:pt x="131" y="499"/>
                    <a:pt x="136" y="499"/>
                  </a:cubicBezTo>
                  <a:cubicBezTo>
                    <a:pt x="138" y="499"/>
                    <a:pt x="143" y="502"/>
                    <a:pt x="146" y="505"/>
                  </a:cubicBezTo>
                  <a:cubicBezTo>
                    <a:pt x="173" y="532"/>
                    <a:pt x="206" y="552"/>
                    <a:pt x="241" y="564"/>
                  </a:cubicBezTo>
                  <a:cubicBezTo>
                    <a:pt x="243" y="565"/>
                    <a:pt x="246" y="567"/>
                    <a:pt x="246" y="571"/>
                  </a:cubicBezTo>
                  <a:cubicBezTo>
                    <a:pt x="245" y="572"/>
                    <a:pt x="244" y="581"/>
                    <a:pt x="237" y="581"/>
                  </a:cubicBezTo>
                  <a:close/>
                  <a:moveTo>
                    <a:pt x="297" y="511"/>
                  </a:moveTo>
                  <a:cubicBezTo>
                    <a:pt x="221" y="511"/>
                    <a:pt x="159" y="449"/>
                    <a:pt x="159" y="373"/>
                  </a:cubicBezTo>
                  <a:cubicBezTo>
                    <a:pt x="159" y="299"/>
                    <a:pt x="217" y="238"/>
                    <a:pt x="289" y="234"/>
                  </a:cubicBezTo>
                  <a:cubicBezTo>
                    <a:pt x="289" y="235"/>
                    <a:pt x="289" y="235"/>
                    <a:pt x="289" y="235"/>
                  </a:cubicBezTo>
                  <a:cubicBezTo>
                    <a:pt x="297" y="235"/>
                    <a:pt x="297" y="235"/>
                    <a:pt x="297" y="235"/>
                  </a:cubicBezTo>
                  <a:cubicBezTo>
                    <a:pt x="306" y="235"/>
                    <a:pt x="313" y="242"/>
                    <a:pt x="313" y="251"/>
                  </a:cubicBezTo>
                  <a:cubicBezTo>
                    <a:pt x="313" y="260"/>
                    <a:pt x="306" y="267"/>
                    <a:pt x="297" y="267"/>
                  </a:cubicBezTo>
                  <a:cubicBezTo>
                    <a:pt x="296" y="267"/>
                    <a:pt x="296" y="267"/>
                    <a:pt x="296" y="267"/>
                  </a:cubicBezTo>
                  <a:cubicBezTo>
                    <a:pt x="296" y="267"/>
                    <a:pt x="295" y="267"/>
                    <a:pt x="295" y="266"/>
                  </a:cubicBezTo>
                  <a:cubicBezTo>
                    <a:pt x="294" y="266"/>
                    <a:pt x="294" y="266"/>
                    <a:pt x="294" y="266"/>
                  </a:cubicBezTo>
                  <a:cubicBezTo>
                    <a:pt x="294" y="266"/>
                    <a:pt x="294" y="266"/>
                    <a:pt x="294" y="266"/>
                  </a:cubicBezTo>
                  <a:cubicBezTo>
                    <a:pt x="230" y="268"/>
                    <a:pt x="191" y="309"/>
                    <a:pt x="191" y="373"/>
                  </a:cubicBezTo>
                  <a:cubicBezTo>
                    <a:pt x="191" y="437"/>
                    <a:pt x="233" y="479"/>
                    <a:pt x="297" y="479"/>
                  </a:cubicBezTo>
                  <a:cubicBezTo>
                    <a:pt x="359" y="479"/>
                    <a:pt x="400" y="441"/>
                    <a:pt x="404" y="381"/>
                  </a:cubicBezTo>
                  <a:cubicBezTo>
                    <a:pt x="404" y="381"/>
                    <a:pt x="404" y="381"/>
                    <a:pt x="404" y="381"/>
                  </a:cubicBezTo>
                  <a:cubicBezTo>
                    <a:pt x="404" y="373"/>
                    <a:pt x="404" y="373"/>
                    <a:pt x="404" y="373"/>
                  </a:cubicBezTo>
                  <a:cubicBezTo>
                    <a:pt x="404" y="372"/>
                    <a:pt x="404" y="372"/>
                    <a:pt x="404" y="371"/>
                  </a:cubicBezTo>
                  <a:cubicBezTo>
                    <a:pt x="404" y="363"/>
                    <a:pt x="411" y="356"/>
                    <a:pt x="420" y="356"/>
                  </a:cubicBezTo>
                  <a:cubicBezTo>
                    <a:pt x="429" y="356"/>
                    <a:pt x="436" y="363"/>
                    <a:pt x="436" y="372"/>
                  </a:cubicBezTo>
                  <a:cubicBezTo>
                    <a:pt x="436" y="372"/>
                    <a:pt x="436" y="372"/>
                    <a:pt x="436" y="372"/>
                  </a:cubicBezTo>
                  <a:cubicBezTo>
                    <a:pt x="436" y="374"/>
                    <a:pt x="436" y="374"/>
                    <a:pt x="436" y="374"/>
                  </a:cubicBezTo>
                  <a:cubicBezTo>
                    <a:pt x="436" y="374"/>
                    <a:pt x="436" y="374"/>
                    <a:pt x="436" y="374"/>
                  </a:cubicBezTo>
                  <a:cubicBezTo>
                    <a:pt x="435" y="450"/>
                    <a:pt x="373" y="511"/>
                    <a:pt x="297" y="511"/>
                  </a:cubicBezTo>
                  <a:close/>
                  <a:moveTo>
                    <a:pt x="106" y="478"/>
                  </a:moveTo>
                  <a:cubicBezTo>
                    <a:pt x="105" y="478"/>
                    <a:pt x="104" y="478"/>
                    <a:pt x="102" y="477"/>
                  </a:cubicBezTo>
                  <a:cubicBezTo>
                    <a:pt x="101" y="475"/>
                    <a:pt x="99" y="473"/>
                    <a:pt x="98" y="473"/>
                  </a:cubicBezTo>
                  <a:cubicBezTo>
                    <a:pt x="98" y="472"/>
                    <a:pt x="98" y="471"/>
                    <a:pt x="98" y="471"/>
                  </a:cubicBezTo>
                  <a:cubicBezTo>
                    <a:pt x="97" y="471"/>
                    <a:pt x="97" y="471"/>
                    <a:pt x="97" y="470"/>
                  </a:cubicBezTo>
                  <a:cubicBezTo>
                    <a:pt x="90" y="460"/>
                    <a:pt x="89" y="457"/>
                    <a:pt x="89" y="456"/>
                  </a:cubicBezTo>
                  <a:cubicBezTo>
                    <a:pt x="89" y="451"/>
                    <a:pt x="93" y="447"/>
                    <a:pt x="98" y="447"/>
                  </a:cubicBezTo>
                  <a:cubicBezTo>
                    <a:pt x="100" y="447"/>
                    <a:pt x="102" y="448"/>
                    <a:pt x="104" y="450"/>
                  </a:cubicBezTo>
                  <a:cubicBezTo>
                    <a:pt x="115" y="467"/>
                    <a:pt x="115" y="467"/>
                    <a:pt x="115" y="467"/>
                  </a:cubicBezTo>
                  <a:cubicBezTo>
                    <a:pt x="115" y="468"/>
                    <a:pt x="115" y="469"/>
                    <a:pt x="115" y="469"/>
                  </a:cubicBezTo>
                  <a:cubicBezTo>
                    <a:pt x="115" y="474"/>
                    <a:pt x="111" y="478"/>
                    <a:pt x="106" y="478"/>
                  </a:cubicBezTo>
                  <a:close/>
                  <a:moveTo>
                    <a:pt x="272" y="361"/>
                  </a:moveTo>
                  <a:cubicBezTo>
                    <a:pt x="404" y="240"/>
                    <a:pt x="404" y="240"/>
                    <a:pt x="404" y="240"/>
                  </a:cubicBezTo>
                  <a:cubicBezTo>
                    <a:pt x="404" y="121"/>
                    <a:pt x="404" y="121"/>
                    <a:pt x="404" y="121"/>
                  </a:cubicBezTo>
                  <a:cubicBezTo>
                    <a:pt x="502" y="34"/>
                    <a:pt x="502" y="34"/>
                    <a:pt x="502" y="34"/>
                  </a:cubicBezTo>
                  <a:cubicBezTo>
                    <a:pt x="502" y="34"/>
                    <a:pt x="502" y="34"/>
                    <a:pt x="502" y="34"/>
                  </a:cubicBezTo>
                  <a:cubicBezTo>
                    <a:pt x="535" y="0"/>
                    <a:pt x="535" y="0"/>
                    <a:pt x="535" y="0"/>
                  </a:cubicBezTo>
                  <a:cubicBezTo>
                    <a:pt x="546" y="124"/>
                    <a:pt x="546" y="124"/>
                    <a:pt x="546" y="124"/>
                  </a:cubicBezTo>
                  <a:cubicBezTo>
                    <a:pt x="670" y="135"/>
                    <a:pt x="670" y="135"/>
                    <a:pt x="670" y="135"/>
                  </a:cubicBezTo>
                  <a:cubicBezTo>
                    <a:pt x="648" y="157"/>
                    <a:pt x="648" y="157"/>
                    <a:pt x="648" y="157"/>
                  </a:cubicBezTo>
                  <a:cubicBezTo>
                    <a:pt x="632" y="157"/>
                    <a:pt x="632" y="157"/>
                    <a:pt x="632" y="157"/>
                  </a:cubicBezTo>
                  <a:cubicBezTo>
                    <a:pt x="640" y="165"/>
                    <a:pt x="640" y="165"/>
                    <a:pt x="640" y="165"/>
                  </a:cubicBezTo>
                  <a:cubicBezTo>
                    <a:pt x="554" y="251"/>
                    <a:pt x="554" y="251"/>
                    <a:pt x="554" y="251"/>
                  </a:cubicBezTo>
                  <a:cubicBezTo>
                    <a:pt x="546" y="243"/>
                    <a:pt x="546" y="243"/>
                    <a:pt x="546" y="243"/>
                  </a:cubicBezTo>
                  <a:cubicBezTo>
                    <a:pt x="546" y="255"/>
                    <a:pt x="546" y="255"/>
                    <a:pt x="546" y="255"/>
                  </a:cubicBezTo>
                  <a:cubicBezTo>
                    <a:pt x="430" y="255"/>
                    <a:pt x="430" y="255"/>
                    <a:pt x="430" y="255"/>
                  </a:cubicBezTo>
                  <a:cubicBezTo>
                    <a:pt x="289" y="385"/>
                    <a:pt x="289" y="385"/>
                    <a:pt x="289" y="385"/>
                  </a:cubicBezTo>
                  <a:lnTo>
                    <a:pt x="272" y="361"/>
                  </a:lnTo>
                  <a:close/>
                  <a:moveTo>
                    <a:pt x="436" y="139"/>
                  </a:moveTo>
                  <a:cubicBezTo>
                    <a:pt x="436" y="234"/>
                    <a:pt x="436" y="234"/>
                    <a:pt x="436" y="234"/>
                  </a:cubicBezTo>
                  <a:cubicBezTo>
                    <a:pt x="531" y="234"/>
                    <a:pt x="531" y="234"/>
                    <a:pt x="531" y="234"/>
                  </a:cubicBezTo>
                  <a:cubicBezTo>
                    <a:pt x="608" y="157"/>
                    <a:pt x="608" y="157"/>
                    <a:pt x="608" y="157"/>
                  </a:cubicBezTo>
                  <a:cubicBezTo>
                    <a:pt x="513" y="157"/>
                    <a:pt x="513" y="157"/>
                    <a:pt x="513" y="157"/>
                  </a:cubicBezTo>
                  <a:cubicBezTo>
                    <a:pt x="513" y="62"/>
                    <a:pt x="513" y="62"/>
                    <a:pt x="513" y="62"/>
                  </a:cubicBezTo>
                  <a:lnTo>
                    <a:pt x="436" y="1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21" name="文本框 20"/>
            <p:cNvSpPr txBox="1"/>
            <p:nvPr userDrawn="1"/>
          </p:nvSpPr>
          <p:spPr>
            <a:xfrm>
              <a:off x="-9037" y="402578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prstClr val="white"/>
                  </a:solidFill>
                </a:rPr>
                <a:t>考</a:t>
              </a:r>
            </a:p>
          </p:txBody>
        </p:sp>
        <p:sp>
          <p:nvSpPr>
            <p:cNvPr id="22" name="文本框 21"/>
            <p:cNvSpPr txBox="1"/>
            <p:nvPr userDrawn="1"/>
          </p:nvSpPr>
          <p:spPr>
            <a:xfrm>
              <a:off x="838268" y="402578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prstClr val="white"/>
                  </a:solidFill>
                </a:rPr>
                <a:t>向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27726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方法技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23592" y="476672"/>
            <a:ext cx="9158808" cy="738932"/>
          </a:xfrm>
        </p:spPr>
        <p:txBody>
          <a:bodyPr>
            <a:normAutofit/>
          </a:bodyPr>
          <a:lstStyle>
            <a:lvl1pPr algn="l">
              <a:defRPr sz="4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072640" cy="6858000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2424117" y="1484785"/>
            <a:ext cx="9158287" cy="460851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2434021" y="1222737"/>
            <a:ext cx="91133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4697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提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23592" y="476672"/>
            <a:ext cx="9158808" cy="738932"/>
          </a:xfrm>
        </p:spPr>
        <p:txBody>
          <a:bodyPr>
            <a:normAutofit/>
          </a:bodyPr>
          <a:lstStyle>
            <a:lvl1pPr algn="l">
              <a:defRPr sz="4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2424117" y="1484785"/>
            <a:ext cx="9158287" cy="460851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2434021" y="1222737"/>
            <a:ext cx="91133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>
            <a:off x="4" y="0"/>
            <a:ext cx="2072351" cy="6858000"/>
            <a:chOff x="0" y="0"/>
            <a:chExt cx="2072351" cy="6858000"/>
          </a:xfrm>
        </p:grpSpPr>
        <p:sp>
          <p:nvSpPr>
            <p:cNvPr id="39" name="矩形 38"/>
            <p:cNvSpPr/>
            <p:nvPr/>
          </p:nvSpPr>
          <p:spPr>
            <a:xfrm>
              <a:off x="0" y="0"/>
              <a:ext cx="1952781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1928335" y="133180"/>
              <a:ext cx="144016" cy="6552728"/>
              <a:chOff x="2135560" y="188640"/>
              <a:chExt cx="144016" cy="6552728"/>
            </a:xfrm>
            <a:solidFill>
              <a:srgbClr val="0070C0"/>
            </a:solidFill>
          </p:grpSpPr>
          <p:sp>
            <p:nvSpPr>
              <p:cNvPr id="41" name="椭圆 40"/>
              <p:cNvSpPr/>
              <p:nvPr/>
            </p:nvSpPr>
            <p:spPr>
              <a:xfrm>
                <a:off x="2135560" y="1886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2135560" y="4556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2135560" y="7227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2135560" y="9897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2135560" y="125676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2135560" y="152379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2135560" y="179082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2135560" y="205785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9" name="椭圆 48"/>
              <p:cNvSpPr/>
              <p:nvPr/>
            </p:nvSpPr>
            <p:spPr>
              <a:xfrm>
                <a:off x="2135560" y="232488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0" name="椭圆 49"/>
              <p:cNvSpPr/>
              <p:nvPr/>
            </p:nvSpPr>
            <p:spPr>
              <a:xfrm>
                <a:off x="2135560" y="259191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2135560" y="28589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2" name="椭圆 51"/>
              <p:cNvSpPr/>
              <p:nvPr/>
            </p:nvSpPr>
            <p:spPr>
              <a:xfrm>
                <a:off x="2135560" y="31259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3" name="椭圆 52"/>
              <p:cNvSpPr/>
              <p:nvPr/>
            </p:nvSpPr>
            <p:spPr>
              <a:xfrm>
                <a:off x="2135560" y="33930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4" name="椭圆 53"/>
              <p:cNvSpPr/>
              <p:nvPr/>
            </p:nvSpPr>
            <p:spPr>
              <a:xfrm>
                <a:off x="2135560" y="36600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5" name="椭圆 54"/>
              <p:cNvSpPr/>
              <p:nvPr/>
            </p:nvSpPr>
            <p:spPr>
              <a:xfrm>
                <a:off x="2135560" y="392706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6" name="椭圆 55"/>
              <p:cNvSpPr/>
              <p:nvPr/>
            </p:nvSpPr>
            <p:spPr>
              <a:xfrm>
                <a:off x="2135560" y="419409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7" name="椭圆 56"/>
              <p:cNvSpPr/>
              <p:nvPr/>
            </p:nvSpPr>
            <p:spPr>
              <a:xfrm>
                <a:off x="2135560" y="446112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8" name="椭圆 57"/>
              <p:cNvSpPr/>
              <p:nvPr/>
            </p:nvSpPr>
            <p:spPr>
              <a:xfrm>
                <a:off x="2135560" y="472815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9" name="椭圆 58"/>
              <p:cNvSpPr/>
              <p:nvPr/>
            </p:nvSpPr>
            <p:spPr>
              <a:xfrm>
                <a:off x="2135560" y="499518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0" name="椭圆 59"/>
              <p:cNvSpPr/>
              <p:nvPr/>
            </p:nvSpPr>
            <p:spPr>
              <a:xfrm>
                <a:off x="2135560" y="526221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1" name="椭圆 60"/>
              <p:cNvSpPr/>
              <p:nvPr/>
            </p:nvSpPr>
            <p:spPr>
              <a:xfrm>
                <a:off x="2135560" y="55292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2" name="椭圆 61"/>
              <p:cNvSpPr/>
              <p:nvPr/>
            </p:nvSpPr>
            <p:spPr>
              <a:xfrm>
                <a:off x="2135560" y="57962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3" name="椭圆 62"/>
              <p:cNvSpPr/>
              <p:nvPr/>
            </p:nvSpPr>
            <p:spPr>
              <a:xfrm>
                <a:off x="2135560" y="60633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4" name="椭圆 63"/>
              <p:cNvSpPr/>
              <p:nvPr/>
            </p:nvSpPr>
            <p:spPr>
              <a:xfrm>
                <a:off x="2135560" y="63303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5" name="椭圆 64"/>
              <p:cNvSpPr/>
              <p:nvPr/>
            </p:nvSpPr>
            <p:spPr>
              <a:xfrm>
                <a:off x="2135560" y="6597352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grpSp>
        <p:nvGrpSpPr>
          <p:cNvPr id="66" name="组合 65"/>
          <p:cNvGrpSpPr/>
          <p:nvPr userDrawn="1"/>
        </p:nvGrpSpPr>
        <p:grpSpPr>
          <a:xfrm>
            <a:off x="574510" y="2186951"/>
            <a:ext cx="923330" cy="2484107"/>
            <a:chOff x="574510" y="2086040"/>
            <a:chExt cx="923330" cy="2484107"/>
          </a:xfrm>
        </p:grpSpPr>
        <p:sp>
          <p:nvSpPr>
            <p:cNvPr id="67" name="矩形 66"/>
            <p:cNvSpPr/>
            <p:nvPr/>
          </p:nvSpPr>
          <p:spPr>
            <a:xfrm>
              <a:off x="574510" y="3092819"/>
              <a:ext cx="923330" cy="1477328"/>
            </a:xfrm>
            <a:prstGeom prst="rect">
              <a:avLst/>
            </a:prstGeom>
          </p:spPr>
          <p:txBody>
            <a:bodyPr vert="eaVert" wrap="none" anchor="ctr">
              <a:spAutoFit/>
            </a:bodyPr>
            <a:lstStyle/>
            <a:p>
              <a:pPr algn="ctr"/>
              <a:r>
                <a:rPr lang="zh-CN" altLang="en-US" sz="4800" spc="600" dirty="0">
                  <a:solidFill>
                    <a:prstClr val="white"/>
                  </a:solidFill>
                </a:rPr>
                <a:t>提示</a:t>
              </a: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698875" y="2086040"/>
              <a:ext cx="674600" cy="709366"/>
              <a:chOff x="471487" y="193675"/>
              <a:chExt cx="1601789" cy="1684338"/>
            </a:xfrm>
            <a:solidFill>
              <a:schemeClr val="bg1"/>
            </a:solidFill>
          </p:grpSpPr>
          <p:sp>
            <p:nvSpPr>
              <p:cNvPr id="69" name="Freeform 5"/>
              <p:cNvSpPr>
                <a:spLocks noEditPoints="1"/>
              </p:cNvSpPr>
              <p:nvPr/>
            </p:nvSpPr>
            <p:spPr bwMode="auto">
              <a:xfrm>
                <a:off x="828675" y="620713"/>
                <a:ext cx="887413" cy="1131888"/>
              </a:xfrm>
              <a:custGeom>
                <a:avLst/>
                <a:gdLst>
                  <a:gd name="T0" fmla="*/ 270 w 411"/>
                  <a:gd name="T1" fmla="*/ 526 h 526"/>
                  <a:gd name="T2" fmla="*/ 141 w 411"/>
                  <a:gd name="T3" fmla="*/ 526 h 526"/>
                  <a:gd name="T4" fmla="*/ 93 w 411"/>
                  <a:gd name="T5" fmla="*/ 478 h 526"/>
                  <a:gd name="T6" fmla="*/ 93 w 411"/>
                  <a:gd name="T7" fmla="*/ 378 h 526"/>
                  <a:gd name="T8" fmla="*/ 28 w 411"/>
                  <a:gd name="T9" fmla="*/ 310 h 526"/>
                  <a:gd name="T10" fmla="*/ 0 w 411"/>
                  <a:gd name="T11" fmla="*/ 206 h 526"/>
                  <a:gd name="T12" fmla="*/ 60 w 411"/>
                  <a:gd name="T13" fmla="*/ 61 h 526"/>
                  <a:gd name="T14" fmla="*/ 205 w 411"/>
                  <a:gd name="T15" fmla="*/ 0 h 526"/>
                  <a:gd name="T16" fmla="*/ 350 w 411"/>
                  <a:gd name="T17" fmla="*/ 61 h 526"/>
                  <a:gd name="T18" fmla="*/ 411 w 411"/>
                  <a:gd name="T19" fmla="*/ 206 h 526"/>
                  <a:gd name="T20" fmla="*/ 382 w 411"/>
                  <a:gd name="T21" fmla="*/ 310 h 526"/>
                  <a:gd name="T22" fmla="*/ 317 w 411"/>
                  <a:gd name="T23" fmla="*/ 378 h 526"/>
                  <a:gd name="T24" fmla="*/ 317 w 411"/>
                  <a:gd name="T25" fmla="*/ 478 h 526"/>
                  <a:gd name="T26" fmla="*/ 270 w 411"/>
                  <a:gd name="T27" fmla="*/ 526 h 526"/>
                  <a:gd name="T28" fmla="*/ 205 w 411"/>
                  <a:gd name="T29" fmla="*/ 37 h 526"/>
                  <a:gd name="T30" fmla="*/ 85 w 411"/>
                  <a:gd name="T31" fmla="*/ 86 h 526"/>
                  <a:gd name="T32" fmla="*/ 36 w 411"/>
                  <a:gd name="T33" fmla="*/ 206 h 526"/>
                  <a:gd name="T34" fmla="*/ 59 w 411"/>
                  <a:gd name="T35" fmla="*/ 292 h 526"/>
                  <a:gd name="T36" fmla="*/ 120 w 411"/>
                  <a:gd name="T37" fmla="*/ 352 h 526"/>
                  <a:gd name="T38" fmla="*/ 129 w 411"/>
                  <a:gd name="T39" fmla="*/ 358 h 526"/>
                  <a:gd name="T40" fmla="*/ 129 w 411"/>
                  <a:gd name="T41" fmla="*/ 478 h 526"/>
                  <a:gd name="T42" fmla="*/ 141 w 411"/>
                  <a:gd name="T43" fmla="*/ 490 h 526"/>
                  <a:gd name="T44" fmla="*/ 270 w 411"/>
                  <a:gd name="T45" fmla="*/ 490 h 526"/>
                  <a:gd name="T46" fmla="*/ 281 w 411"/>
                  <a:gd name="T47" fmla="*/ 478 h 526"/>
                  <a:gd name="T48" fmla="*/ 281 w 411"/>
                  <a:gd name="T49" fmla="*/ 358 h 526"/>
                  <a:gd name="T50" fmla="*/ 290 w 411"/>
                  <a:gd name="T51" fmla="*/ 353 h 526"/>
                  <a:gd name="T52" fmla="*/ 351 w 411"/>
                  <a:gd name="T53" fmla="*/ 292 h 526"/>
                  <a:gd name="T54" fmla="*/ 375 w 411"/>
                  <a:gd name="T55" fmla="*/ 206 h 526"/>
                  <a:gd name="T56" fmla="*/ 325 w 411"/>
                  <a:gd name="T57" fmla="*/ 86 h 526"/>
                  <a:gd name="T58" fmla="*/ 205 w 411"/>
                  <a:gd name="T59" fmla="*/ 37 h 5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11" h="526">
                    <a:moveTo>
                      <a:pt x="270" y="526"/>
                    </a:moveTo>
                    <a:cubicBezTo>
                      <a:pt x="141" y="526"/>
                      <a:pt x="141" y="526"/>
                      <a:pt x="141" y="526"/>
                    </a:cubicBezTo>
                    <a:cubicBezTo>
                      <a:pt x="114" y="526"/>
                      <a:pt x="93" y="504"/>
                      <a:pt x="93" y="478"/>
                    </a:cubicBezTo>
                    <a:cubicBezTo>
                      <a:pt x="93" y="378"/>
                      <a:pt x="93" y="378"/>
                      <a:pt x="93" y="378"/>
                    </a:cubicBezTo>
                    <a:cubicBezTo>
                      <a:pt x="67" y="361"/>
                      <a:pt x="44" y="337"/>
                      <a:pt x="28" y="310"/>
                    </a:cubicBezTo>
                    <a:cubicBezTo>
                      <a:pt x="10" y="278"/>
                      <a:pt x="0" y="242"/>
                      <a:pt x="0" y="206"/>
                    </a:cubicBezTo>
                    <a:cubicBezTo>
                      <a:pt x="0" y="151"/>
                      <a:pt x="21" y="99"/>
                      <a:pt x="60" y="61"/>
                    </a:cubicBezTo>
                    <a:cubicBezTo>
                      <a:pt x="99" y="22"/>
                      <a:pt x="150" y="0"/>
                      <a:pt x="205" y="0"/>
                    </a:cubicBezTo>
                    <a:cubicBezTo>
                      <a:pt x="260" y="0"/>
                      <a:pt x="312" y="22"/>
                      <a:pt x="350" y="61"/>
                    </a:cubicBezTo>
                    <a:cubicBezTo>
                      <a:pt x="389" y="99"/>
                      <a:pt x="411" y="151"/>
                      <a:pt x="411" y="206"/>
                    </a:cubicBezTo>
                    <a:cubicBezTo>
                      <a:pt x="411" y="243"/>
                      <a:pt x="401" y="279"/>
                      <a:pt x="382" y="310"/>
                    </a:cubicBezTo>
                    <a:cubicBezTo>
                      <a:pt x="366" y="337"/>
                      <a:pt x="344" y="361"/>
                      <a:pt x="317" y="378"/>
                    </a:cubicBezTo>
                    <a:cubicBezTo>
                      <a:pt x="317" y="478"/>
                      <a:pt x="317" y="478"/>
                      <a:pt x="317" y="478"/>
                    </a:cubicBezTo>
                    <a:cubicBezTo>
                      <a:pt x="317" y="504"/>
                      <a:pt x="296" y="526"/>
                      <a:pt x="270" y="526"/>
                    </a:cubicBezTo>
                    <a:close/>
                    <a:moveTo>
                      <a:pt x="205" y="37"/>
                    </a:moveTo>
                    <a:cubicBezTo>
                      <a:pt x="160" y="37"/>
                      <a:pt x="117" y="54"/>
                      <a:pt x="85" y="86"/>
                    </a:cubicBezTo>
                    <a:cubicBezTo>
                      <a:pt x="53" y="118"/>
                      <a:pt x="36" y="161"/>
                      <a:pt x="36" y="206"/>
                    </a:cubicBezTo>
                    <a:cubicBezTo>
                      <a:pt x="36" y="236"/>
                      <a:pt x="44" y="266"/>
                      <a:pt x="59" y="292"/>
                    </a:cubicBezTo>
                    <a:cubicBezTo>
                      <a:pt x="74" y="317"/>
                      <a:pt x="95" y="338"/>
                      <a:pt x="120" y="352"/>
                    </a:cubicBezTo>
                    <a:cubicBezTo>
                      <a:pt x="129" y="358"/>
                      <a:pt x="129" y="358"/>
                      <a:pt x="129" y="358"/>
                    </a:cubicBezTo>
                    <a:cubicBezTo>
                      <a:pt x="129" y="478"/>
                      <a:pt x="129" y="478"/>
                      <a:pt x="129" y="478"/>
                    </a:cubicBezTo>
                    <a:cubicBezTo>
                      <a:pt x="129" y="484"/>
                      <a:pt x="134" y="490"/>
                      <a:pt x="141" y="490"/>
                    </a:cubicBezTo>
                    <a:cubicBezTo>
                      <a:pt x="270" y="490"/>
                      <a:pt x="270" y="490"/>
                      <a:pt x="270" y="490"/>
                    </a:cubicBezTo>
                    <a:cubicBezTo>
                      <a:pt x="276" y="490"/>
                      <a:pt x="281" y="484"/>
                      <a:pt x="281" y="478"/>
                    </a:cubicBezTo>
                    <a:cubicBezTo>
                      <a:pt x="281" y="358"/>
                      <a:pt x="281" y="358"/>
                      <a:pt x="281" y="358"/>
                    </a:cubicBezTo>
                    <a:cubicBezTo>
                      <a:pt x="290" y="353"/>
                      <a:pt x="290" y="353"/>
                      <a:pt x="290" y="353"/>
                    </a:cubicBezTo>
                    <a:cubicBezTo>
                      <a:pt x="315" y="338"/>
                      <a:pt x="336" y="317"/>
                      <a:pt x="351" y="292"/>
                    </a:cubicBezTo>
                    <a:cubicBezTo>
                      <a:pt x="366" y="266"/>
                      <a:pt x="375" y="236"/>
                      <a:pt x="375" y="206"/>
                    </a:cubicBezTo>
                    <a:cubicBezTo>
                      <a:pt x="375" y="161"/>
                      <a:pt x="357" y="118"/>
                      <a:pt x="325" y="86"/>
                    </a:cubicBezTo>
                    <a:cubicBezTo>
                      <a:pt x="293" y="54"/>
                      <a:pt x="250" y="37"/>
                      <a:pt x="205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0" name="Freeform 6"/>
              <p:cNvSpPr>
                <a:spLocks/>
              </p:cNvSpPr>
              <p:nvPr/>
            </p:nvSpPr>
            <p:spPr bwMode="auto">
              <a:xfrm>
                <a:off x="1098550" y="1800225"/>
                <a:ext cx="347663" cy="77788"/>
              </a:xfrm>
              <a:custGeom>
                <a:avLst/>
                <a:gdLst>
                  <a:gd name="T0" fmla="*/ 143 w 161"/>
                  <a:gd name="T1" fmla="*/ 36 h 36"/>
                  <a:gd name="T2" fmla="*/ 18 w 161"/>
                  <a:gd name="T3" fmla="*/ 36 h 36"/>
                  <a:gd name="T4" fmla="*/ 0 w 161"/>
                  <a:gd name="T5" fmla="*/ 18 h 36"/>
                  <a:gd name="T6" fmla="*/ 18 w 161"/>
                  <a:gd name="T7" fmla="*/ 0 h 36"/>
                  <a:gd name="T8" fmla="*/ 143 w 161"/>
                  <a:gd name="T9" fmla="*/ 0 h 36"/>
                  <a:gd name="T10" fmla="*/ 161 w 161"/>
                  <a:gd name="T11" fmla="*/ 18 h 36"/>
                  <a:gd name="T12" fmla="*/ 143 w 161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1" h="36">
                    <a:moveTo>
                      <a:pt x="143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8" y="36"/>
                      <a:pt x="0" y="2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143" y="0"/>
                      <a:pt x="143" y="0"/>
                      <a:pt x="143" y="0"/>
                    </a:cubicBezTo>
                    <a:cubicBezTo>
                      <a:pt x="153" y="0"/>
                      <a:pt x="161" y="8"/>
                      <a:pt x="161" y="18"/>
                    </a:cubicBezTo>
                    <a:cubicBezTo>
                      <a:pt x="161" y="28"/>
                      <a:pt x="153" y="36"/>
                      <a:pt x="143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1" name="Freeform 7"/>
              <p:cNvSpPr>
                <a:spLocks/>
              </p:cNvSpPr>
              <p:nvPr/>
            </p:nvSpPr>
            <p:spPr bwMode="auto">
              <a:xfrm>
                <a:off x="1231900" y="193675"/>
                <a:ext cx="77788" cy="346075"/>
              </a:xfrm>
              <a:custGeom>
                <a:avLst/>
                <a:gdLst>
                  <a:gd name="T0" fmla="*/ 0 w 36"/>
                  <a:gd name="T1" fmla="*/ 143 h 161"/>
                  <a:gd name="T2" fmla="*/ 0 w 36"/>
                  <a:gd name="T3" fmla="*/ 18 h 161"/>
                  <a:gd name="T4" fmla="*/ 18 w 36"/>
                  <a:gd name="T5" fmla="*/ 0 h 161"/>
                  <a:gd name="T6" fmla="*/ 36 w 36"/>
                  <a:gd name="T7" fmla="*/ 18 h 161"/>
                  <a:gd name="T8" fmla="*/ 36 w 36"/>
                  <a:gd name="T9" fmla="*/ 143 h 161"/>
                  <a:gd name="T10" fmla="*/ 18 w 36"/>
                  <a:gd name="T11" fmla="*/ 161 h 161"/>
                  <a:gd name="T12" fmla="*/ 0 w 36"/>
                  <a:gd name="T13" fmla="*/ 143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61">
                    <a:moveTo>
                      <a:pt x="0" y="143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8"/>
                    </a:cubicBezTo>
                    <a:cubicBezTo>
                      <a:pt x="36" y="143"/>
                      <a:pt x="36" y="143"/>
                      <a:pt x="36" y="143"/>
                    </a:cubicBezTo>
                    <a:cubicBezTo>
                      <a:pt x="36" y="153"/>
                      <a:pt x="28" y="161"/>
                      <a:pt x="18" y="161"/>
                    </a:cubicBezTo>
                    <a:cubicBezTo>
                      <a:pt x="8" y="161"/>
                      <a:pt x="0" y="153"/>
                      <a:pt x="0" y="1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2" name="Freeform 8"/>
              <p:cNvSpPr>
                <a:spLocks/>
              </p:cNvSpPr>
              <p:nvPr/>
            </p:nvSpPr>
            <p:spPr bwMode="auto">
              <a:xfrm>
                <a:off x="1609725" y="427038"/>
                <a:ext cx="276225" cy="274638"/>
              </a:xfrm>
              <a:custGeom>
                <a:avLst/>
                <a:gdLst>
                  <a:gd name="T0" fmla="*/ 8 w 128"/>
                  <a:gd name="T1" fmla="*/ 96 h 128"/>
                  <a:gd name="T2" fmla="*/ 96 w 128"/>
                  <a:gd name="T3" fmla="*/ 7 h 128"/>
                  <a:gd name="T4" fmla="*/ 121 w 128"/>
                  <a:gd name="T5" fmla="*/ 7 h 128"/>
                  <a:gd name="T6" fmla="*/ 121 w 128"/>
                  <a:gd name="T7" fmla="*/ 33 h 128"/>
                  <a:gd name="T8" fmla="*/ 33 w 128"/>
                  <a:gd name="T9" fmla="*/ 121 h 128"/>
                  <a:gd name="T10" fmla="*/ 8 w 128"/>
                  <a:gd name="T11" fmla="*/ 121 h 128"/>
                  <a:gd name="T12" fmla="*/ 8 w 128"/>
                  <a:gd name="T13" fmla="*/ 96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28">
                    <a:moveTo>
                      <a:pt x="8" y="96"/>
                    </a:moveTo>
                    <a:cubicBezTo>
                      <a:pt x="96" y="7"/>
                      <a:pt x="96" y="7"/>
                      <a:pt x="96" y="7"/>
                    </a:cubicBezTo>
                    <a:cubicBezTo>
                      <a:pt x="103" y="0"/>
                      <a:pt x="114" y="0"/>
                      <a:pt x="121" y="7"/>
                    </a:cubicBezTo>
                    <a:cubicBezTo>
                      <a:pt x="128" y="14"/>
                      <a:pt x="128" y="26"/>
                      <a:pt x="121" y="33"/>
                    </a:cubicBezTo>
                    <a:cubicBezTo>
                      <a:pt x="33" y="121"/>
                      <a:pt x="33" y="121"/>
                      <a:pt x="33" y="121"/>
                    </a:cubicBezTo>
                    <a:cubicBezTo>
                      <a:pt x="26" y="128"/>
                      <a:pt x="15" y="128"/>
                      <a:pt x="8" y="121"/>
                    </a:cubicBezTo>
                    <a:cubicBezTo>
                      <a:pt x="0" y="114"/>
                      <a:pt x="0" y="103"/>
                      <a:pt x="8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3" name="Freeform 9"/>
              <p:cNvSpPr>
                <a:spLocks/>
              </p:cNvSpPr>
              <p:nvPr/>
            </p:nvSpPr>
            <p:spPr bwMode="auto">
              <a:xfrm>
                <a:off x="619125" y="427038"/>
                <a:ext cx="276225" cy="274638"/>
              </a:xfrm>
              <a:custGeom>
                <a:avLst/>
                <a:gdLst>
                  <a:gd name="T0" fmla="*/ 121 w 128"/>
                  <a:gd name="T1" fmla="*/ 96 h 128"/>
                  <a:gd name="T2" fmla="*/ 33 w 128"/>
                  <a:gd name="T3" fmla="*/ 7 h 128"/>
                  <a:gd name="T4" fmla="*/ 7 w 128"/>
                  <a:gd name="T5" fmla="*/ 7 h 128"/>
                  <a:gd name="T6" fmla="*/ 7 w 128"/>
                  <a:gd name="T7" fmla="*/ 33 h 128"/>
                  <a:gd name="T8" fmla="*/ 95 w 128"/>
                  <a:gd name="T9" fmla="*/ 121 h 128"/>
                  <a:gd name="T10" fmla="*/ 121 w 128"/>
                  <a:gd name="T11" fmla="*/ 121 h 128"/>
                  <a:gd name="T12" fmla="*/ 121 w 128"/>
                  <a:gd name="T13" fmla="*/ 96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28">
                    <a:moveTo>
                      <a:pt x="121" y="96"/>
                    </a:moveTo>
                    <a:cubicBezTo>
                      <a:pt x="33" y="7"/>
                      <a:pt x="33" y="7"/>
                      <a:pt x="33" y="7"/>
                    </a:cubicBezTo>
                    <a:cubicBezTo>
                      <a:pt x="26" y="0"/>
                      <a:pt x="14" y="0"/>
                      <a:pt x="7" y="7"/>
                    </a:cubicBezTo>
                    <a:cubicBezTo>
                      <a:pt x="0" y="14"/>
                      <a:pt x="0" y="26"/>
                      <a:pt x="7" y="33"/>
                    </a:cubicBezTo>
                    <a:cubicBezTo>
                      <a:pt x="95" y="121"/>
                      <a:pt x="95" y="121"/>
                      <a:pt x="95" y="121"/>
                    </a:cubicBezTo>
                    <a:cubicBezTo>
                      <a:pt x="102" y="128"/>
                      <a:pt x="114" y="128"/>
                      <a:pt x="121" y="121"/>
                    </a:cubicBezTo>
                    <a:cubicBezTo>
                      <a:pt x="128" y="114"/>
                      <a:pt x="128" y="103"/>
                      <a:pt x="121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4" name="Freeform 10"/>
              <p:cNvSpPr>
                <a:spLocks/>
              </p:cNvSpPr>
              <p:nvPr/>
            </p:nvSpPr>
            <p:spPr bwMode="auto">
              <a:xfrm>
                <a:off x="1747838" y="958850"/>
                <a:ext cx="325438" cy="76200"/>
              </a:xfrm>
              <a:custGeom>
                <a:avLst/>
                <a:gdLst>
                  <a:gd name="T0" fmla="*/ 17 w 151"/>
                  <a:gd name="T1" fmla="*/ 0 h 36"/>
                  <a:gd name="T2" fmla="*/ 135 w 151"/>
                  <a:gd name="T3" fmla="*/ 0 h 36"/>
                  <a:gd name="T4" fmla="*/ 151 w 151"/>
                  <a:gd name="T5" fmla="*/ 18 h 36"/>
                  <a:gd name="T6" fmla="*/ 135 w 151"/>
                  <a:gd name="T7" fmla="*/ 36 h 36"/>
                  <a:gd name="T8" fmla="*/ 17 w 151"/>
                  <a:gd name="T9" fmla="*/ 36 h 36"/>
                  <a:gd name="T10" fmla="*/ 0 w 151"/>
                  <a:gd name="T11" fmla="*/ 18 h 36"/>
                  <a:gd name="T12" fmla="*/ 17 w 151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1" h="36">
                    <a:moveTo>
                      <a:pt x="17" y="0"/>
                    </a:moveTo>
                    <a:cubicBezTo>
                      <a:pt x="135" y="0"/>
                      <a:pt x="135" y="0"/>
                      <a:pt x="135" y="0"/>
                    </a:cubicBezTo>
                    <a:cubicBezTo>
                      <a:pt x="144" y="0"/>
                      <a:pt x="151" y="8"/>
                      <a:pt x="151" y="18"/>
                    </a:cubicBezTo>
                    <a:cubicBezTo>
                      <a:pt x="151" y="28"/>
                      <a:pt x="144" y="36"/>
                      <a:pt x="135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8" y="36"/>
                      <a:pt x="0" y="28"/>
                      <a:pt x="0" y="18"/>
                    </a:cubicBezTo>
                    <a:cubicBezTo>
                      <a:pt x="0" y="8"/>
                      <a:pt x="8" y="0"/>
                      <a:pt x="1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5" name="Freeform 11"/>
              <p:cNvSpPr>
                <a:spLocks/>
              </p:cNvSpPr>
              <p:nvPr/>
            </p:nvSpPr>
            <p:spPr bwMode="auto">
              <a:xfrm>
                <a:off x="1044575" y="1474788"/>
                <a:ext cx="455613" cy="77788"/>
              </a:xfrm>
              <a:custGeom>
                <a:avLst/>
                <a:gdLst>
                  <a:gd name="T0" fmla="*/ 193 w 211"/>
                  <a:gd name="T1" fmla="*/ 36 h 36"/>
                  <a:gd name="T2" fmla="*/ 18 w 211"/>
                  <a:gd name="T3" fmla="*/ 36 h 36"/>
                  <a:gd name="T4" fmla="*/ 0 w 211"/>
                  <a:gd name="T5" fmla="*/ 18 h 36"/>
                  <a:gd name="T6" fmla="*/ 18 w 211"/>
                  <a:gd name="T7" fmla="*/ 0 h 36"/>
                  <a:gd name="T8" fmla="*/ 193 w 211"/>
                  <a:gd name="T9" fmla="*/ 0 h 36"/>
                  <a:gd name="T10" fmla="*/ 211 w 211"/>
                  <a:gd name="T11" fmla="*/ 18 h 36"/>
                  <a:gd name="T12" fmla="*/ 193 w 211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1" h="36">
                    <a:moveTo>
                      <a:pt x="193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8" y="36"/>
                      <a:pt x="0" y="2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193" y="0"/>
                      <a:pt x="193" y="0"/>
                      <a:pt x="193" y="0"/>
                    </a:cubicBezTo>
                    <a:cubicBezTo>
                      <a:pt x="203" y="0"/>
                      <a:pt x="211" y="8"/>
                      <a:pt x="211" y="18"/>
                    </a:cubicBezTo>
                    <a:cubicBezTo>
                      <a:pt x="211" y="28"/>
                      <a:pt x="203" y="36"/>
                      <a:pt x="193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6" name="Line 12"/>
              <p:cNvSpPr>
                <a:spLocks noChangeShapeType="1"/>
              </p:cNvSpPr>
              <p:nvPr/>
            </p:nvSpPr>
            <p:spPr bwMode="auto">
              <a:xfrm>
                <a:off x="1797050" y="754063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7" name="Line 13"/>
              <p:cNvSpPr>
                <a:spLocks noChangeShapeType="1"/>
              </p:cNvSpPr>
              <p:nvPr/>
            </p:nvSpPr>
            <p:spPr bwMode="auto">
              <a:xfrm>
                <a:off x="1797050" y="754063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8" name="Freeform 14"/>
              <p:cNvSpPr>
                <a:spLocks/>
              </p:cNvSpPr>
              <p:nvPr/>
            </p:nvSpPr>
            <p:spPr bwMode="auto">
              <a:xfrm>
                <a:off x="471487" y="958850"/>
                <a:ext cx="325438" cy="76200"/>
              </a:xfrm>
              <a:custGeom>
                <a:avLst/>
                <a:gdLst>
                  <a:gd name="T0" fmla="*/ 17 w 151"/>
                  <a:gd name="T1" fmla="*/ 0 h 36"/>
                  <a:gd name="T2" fmla="*/ 134 w 151"/>
                  <a:gd name="T3" fmla="*/ 0 h 36"/>
                  <a:gd name="T4" fmla="*/ 151 w 151"/>
                  <a:gd name="T5" fmla="*/ 18 h 36"/>
                  <a:gd name="T6" fmla="*/ 134 w 151"/>
                  <a:gd name="T7" fmla="*/ 36 h 36"/>
                  <a:gd name="T8" fmla="*/ 17 w 151"/>
                  <a:gd name="T9" fmla="*/ 36 h 36"/>
                  <a:gd name="T10" fmla="*/ 0 w 151"/>
                  <a:gd name="T11" fmla="*/ 18 h 36"/>
                  <a:gd name="T12" fmla="*/ 17 w 151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1" h="36">
                    <a:moveTo>
                      <a:pt x="17" y="0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144" y="0"/>
                      <a:pt x="151" y="8"/>
                      <a:pt x="151" y="18"/>
                    </a:cubicBezTo>
                    <a:cubicBezTo>
                      <a:pt x="151" y="28"/>
                      <a:pt x="144" y="36"/>
                      <a:pt x="134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8" y="36"/>
                      <a:pt x="0" y="28"/>
                      <a:pt x="0" y="18"/>
                    </a:cubicBezTo>
                    <a:cubicBezTo>
                      <a:pt x="0" y="8"/>
                      <a:pt x="8" y="0"/>
                      <a:pt x="1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9" name="Line 15"/>
              <p:cNvSpPr>
                <a:spLocks noChangeShapeType="1"/>
              </p:cNvSpPr>
              <p:nvPr/>
            </p:nvSpPr>
            <p:spPr bwMode="auto">
              <a:xfrm>
                <a:off x="833438" y="803275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0" name="Line 16"/>
              <p:cNvSpPr>
                <a:spLocks noChangeShapeType="1"/>
              </p:cNvSpPr>
              <p:nvPr/>
            </p:nvSpPr>
            <p:spPr bwMode="auto">
              <a:xfrm>
                <a:off x="833438" y="803275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1" name="Line 17"/>
              <p:cNvSpPr>
                <a:spLocks noChangeShapeType="1"/>
              </p:cNvSpPr>
              <p:nvPr/>
            </p:nvSpPr>
            <p:spPr bwMode="auto">
              <a:xfrm>
                <a:off x="847725" y="727075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2" name="Line 18"/>
              <p:cNvSpPr>
                <a:spLocks noChangeShapeType="1"/>
              </p:cNvSpPr>
              <p:nvPr/>
            </p:nvSpPr>
            <p:spPr bwMode="auto">
              <a:xfrm>
                <a:off x="847725" y="727075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466503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拓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23592" y="476672"/>
            <a:ext cx="9158808" cy="738932"/>
          </a:xfrm>
        </p:spPr>
        <p:txBody>
          <a:bodyPr>
            <a:normAutofit/>
          </a:bodyPr>
          <a:lstStyle>
            <a:lvl1pPr algn="l">
              <a:defRPr sz="4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2424117" y="1484785"/>
            <a:ext cx="9158287" cy="460851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2434021" y="1222737"/>
            <a:ext cx="91133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4" y="0"/>
            <a:ext cx="2072351" cy="6858000"/>
            <a:chOff x="0" y="0"/>
            <a:chExt cx="2072351" cy="6858000"/>
          </a:xfrm>
        </p:grpSpPr>
        <p:sp>
          <p:nvSpPr>
            <p:cNvPr id="84" name="矩形 83"/>
            <p:cNvSpPr/>
            <p:nvPr/>
          </p:nvSpPr>
          <p:spPr>
            <a:xfrm>
              <a:off x="0" y="0"/>
              <a:ext cx="1952781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85" name="组合 84"/>
            <p:cNvGrpSpPr/>
            <p:nvPr/>
          </p:nvGrpSpPr>
          <p:grpSpPr>
            <a:xfrm>
              <a:off x="1928335" y="133180"/>
              <a:ext cx="144016" cy="6552728"/>
              <a:chOff x="2135560" y="188640"/>
              <a:chExt cx="144016" cy="6552728"/>
            </a:xfrm>
            <a:solidFill>
              <a:srgbClr val="0070C0"/>
            </a:solidFill>
          </p:grpSpPr>
          <p:sp>
            <p:nvSpPr>
              <p:cNvPr id="86" name="椭圆 85"/>
              <p:cNvSpPr/>
              <p:nvPr/>
            </p:nvSpPr>
            <p:spPr>
              <a:xfrm>
                <a:off x="2135560" y="1886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7" name="椭圆 86"/>
              <p:cNvSpPr/>
              <p:nvPr/>
            </p:nvSpPr>
            <p:spPr>
              <a:xfrm>
                <a:off x="2135560" y="4556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2135560" y="7227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2135560" y="9897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2135560" y="125676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1" name="椭圆 90"/>
              <p:cNvSpPr/>
              <p:nvPr/>
            </p:nvSpPr>
            <p:spPr>
              <a:xfrm>
                <a:off x="2135560" y="152379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2" name="椭圆 91"/>
              <p:cNvSpPr/>
              <p:nvPr/>
            </p:nvSpPr>
            <p:spPr>
              <a:xfrm>
                <a:off x="2135560" y="179082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3" name="椭圆 92"/>
              <p:cNvSpPr/>
              <p:nvPr/>
            </p:nvSpPr>
            <p:spPr>
              <a:xfrm>
                <a:off x="2135560" y="205785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2135560" y="232488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5" name="椭圆 94"/>
              <p:cNvSpPr/>
              <p:nvPr/>
            </p:nvSpPr>
            <p:spPr>
              <a:xfrm>
                <a:off x="2135560" y="259191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2135560" y="28589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7" name="椭圆 96"/>
              <p:cNvSpPr/>
              <p:nvPr/>
            </p:nvSpPr>
            <p:spPr>
              <a:xfrm>
                <a:off x="2135560" y="31259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2135560" y="33930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2135560" y="36600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2135560" y="392706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1" name="椭圆 100"/>
              <p:cNvSpPr/>
              <p:nvPr/>
            </p:nvSpPr>
            <p:spPr>
              <a:xfrm>
                <a:off x="2135560" y="419409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2" name="椭圆 101"/>
              <p:cNvSpPr/>
              <p:nvPr/>
            </p:nvSpPr>
            <p:spPr>
              <a:xfrm>
                <a:off x="2135560" y="446112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3" name="椭圆 102"/>
              <p:cNvSpPr/>
              <p:nvPr/>
            </p:nvSpPr>
            <p:spPr>
              <a:xfrm>
                <a:off x="2135560" y="472815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4" name="椭圆 103"/>
              <p:cNvSpPr/>
              <p:nvPr/>
            </p:nvSpPr>
            <p:spPr>
              <a:xfrm>
                <a:off x="2135560" y="499518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5" name="椭圆 104"/>
              <p:cNvSpPr/>
              <p:nvPr/>
            </p:nvSpPr>
            <p:spPr>
              <a:xfrm>
                <a:off x="2135560" y="526221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6" name="椭圆 105"/>
              <p:cNvSpPr/>
              <p:nvPr/>
            </p:nvSpPr>
            <p:spPr>
              <a:xfrm>
                <a:off x="2135560" y="55292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7" name="椭圆 106"/>
              <p:cNvSpPr/>
              <p:nvPr/>
            </p:nvSpPr>
            <p:spPr>
              <a:xfrm>
                <a:off x="2135560" y="57962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8" name="椭圆 107"/>
              <p:cNvSpPr/>
              <p:nvPr/>
            </p:nvSpPr>
            <p:spPr>
              <a:xfrm>
                <a:off x="2135560" y="60633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9" name="椭圆 108"/>
              <p:cNvSpPr/>
              <p:nvPr/>
            </p:nvSpPr>
            <p:spPr>
              <a:xfrm>
                <a:off x="2135560" y="63303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10" name="椭圆 109"/>
              <p:cNvSpPr/>
              <p:nvPr/>
            </p:nvSpPr>
            <p:spPr>
              <a:xfrm>
                <a:off x="2135560" y="6597352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111" name="矩形 110"/>
          <p:cNvSpPr/>
          <p:nvPr userDrawn="1"/>
        </p:nvSpPr>
        <p:spPr>
          <a:xfrm>
            <a:off x="574510" y="3193726"/>
            <a:ext cx="923330" cy="1477328"/>
          </a:xfrm>
          <a:prstGeom prst="rect">
            <a:avLst/>
          </a:prstGeom>
        </p:spPr>
        <p:txBody>
          <a:bodyPr vert="eaVert" wrap="none" anchor="ctr">
            <a:spAutoFit/>
          </a:bodyPr>
          <a:lstStyle/>
          <a:p>
            <a:pPr algn="ctr"/>
            <a:r>
              <a:rPr lang="zh-CN" altLang="en-US" sz="4800" spc="600" dirty="0">
                <a:solidFill>
                  <a:prstClr val="white"/>
                </a:solidFill>
              </a:rPr>
              <a:t>拓展</a:t>
            </a:r>
          </a:p>
        </p:txBody>
      </p:sp>
      <p:pic>
        <p:nvPicPr>
          <p:cNvPr id="112" name="图片 1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823" y="2099705"/>
            <a:ext cx="976498" cy="97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199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答题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23592" y="476672"/>
            <a:ext cx="9158808" cy="738932"/>
          </a:xfrm>
        </p:spPr>
        <p:txBody>
          <a:bodyPr>
            <a:normAutofit/>
          </a:bodyPr>
          <a:lstStyle>
            <a:lvl1pPr algn="l">
              <a:defRPr sz="4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2424117" y="1484785"/>
            <a:ext cx="9158287" cy="460851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2434021" y="1222737"/>
            <a:ext cx="91133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>
            <a:off x="4" y="0"/>
            <a:ext cx="2072351" cy="6858000"/>
            <a:chOff x="0" y="0"/>
            <a:chExt cx="2072351" cy="6858000"/>
          </a:xfrm>
        </p:grpSpPr>
        <p:sp>
          <p:nvSpPr>
            <p:cNvPr id="39" name="矩形 38"/>
            <p:cNvSpPr/>
            <p:nvPr/>
          </p:nvSpPr>
          <p:spPr>
            <a:xfrm>
              <a:off x="0" y="0"/>
              <a:ext cx="1952781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1928335" y="133180"/>
              <a:ext cx="144016" cy="6552728"/>
              <a:chOff x="2135560" y="188640"/>
              <a:chExt cx="144016" cy="6552728"/>
            </a:xfrm>
            <a:solidFill>
              <a:srgbClr val="0070C0"/>
            </a:solidFill>
          </p:grpSpPr>
          <p:sp>
            <p:nvSpPr>
              <p:cNvPr id="41" name="椭圆 40"/>
              <p:cNvSpPr/>
              <p:nvPr/>
            </p:nvSpPr>
            <p:spPr>
              <a:xfrm>
                <a:off x="2135560" y="1886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2135560" y="4556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2135560" y="7227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2135560" y="9897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2135560" y="125676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2135560" y="152379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2135560" y="179082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2135560" y="205785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9" name="椭圆 48"/>
              <p:cNvSpPr/>
              <p:nvPr/>
            </p:nvSpPr>
            <p:spPr>
              <a:xfrm>
                <a:off x="2135560" y="232488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0" name="椭圆 49"/>
              <p:cNvSpPr/>
              <p:nvPr/>
            </p:nvSpPr>
            <p:spPr>
              <a:xfrm>
                <a:off x="2135560" y="259191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2135560" y="28589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2" name="椭圆 51"/>
              <p:cNvSpPr/>
              <p:nvPr/>
            </p:nvSpPr>
            <p:spPr>
              <a:xfrm>
                <a:off x="2135560" y="31259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3" name="椭圆 52"/>
              <p:cNvSpPr/>
              <p:nvPr/>
            </p:nvSpPr>
            <p:spPr>
              <a:xfrm>
                <a:off x="2135560" y="33930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4" name="椭圆 53"/>
              <p:cNvSpPr/>
              <p:nvPr/>
            </p:nvSpPr>
            <p:spPr>
              <a:xfrm>
                <a:off x="2135560" y="36600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5" name="椭圆 54"/>
              <p:cNvSpPr/>
              <p:nvPr/>
            </p:nvSpPr>
            <p:spPr>
              <a:xfrm>
                <a:off x="2135560" y="392706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6" name="椭圆 55"/>
              <p:cNvSpPr/>
              <p:nvPr/>
            </p:nvSpPr>
            <p:spPr>
              <a:xfrm>
                <a:off x="2135560" y="419409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7" name="椭圆 56"/>
              <p:cNvSpPr/>
              <p:nvPr/>
            </p:nvSpPr>
            <p:spPr>
              <a:xfrm>
                <a:off x="2135560" y="446112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8" name="椭圆 57"/>
              <p:cNvSpPr/>
              <p:nvPr/>
            </p:nvSpPr>
            <p:spPr>
              <a:xfrm>
                <a:off x="2135560" y="472815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9" name="椭圆 58"/>
              <p:cNvSpPr/>
              <p:nvPr/>
            </p:nvSpPr>
            <p:spPr>
              <a:xfrm>
                <a:off x="2135560" y="499518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0" name="椭圆 59"/>
              <p:cNvSpPr/>
              <p:nvPr/>
            </p:nvSpPr>
            <p:spPr>
              <a:xfrm>
                <a:off x="2135560" y="526221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1" name="椭圆 60"/>
              <p:cNvSpPr/>
              <p:nvPr/>
            </p:nvSpPr>
            <p:spPr>
              <a:xfrm>
                <a:off x="2135560" y="55292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2" name="椭圆 61"/>
              <p:cNvSpPr/>
              <p:nvPr/>
            </p:nvSpPr>
            <p:spPr>
              <a:xfrm>
                <a:off x="2135560" y="57962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3" name="椭圆 62"/>
              <p:cNvSpPr/>
              <p:nvPr/>
            </p:nvSpPr>
            <p:spPr>
              <a:xfrm>
                <a:off x="2135560" y="60633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4" name="椭圆 63"/>
              <p:cNvSpPr/>
              <p:nvPr/>
            </p:nvSpPr>
            <p:spPr>
              <a:xfrm>
                <a:off x="2135560" y="63303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5" name="椭圆 64"/>
              <p:cNvSpPr/>
              <p:nvPr/>
            </p:nvSpPr>
            <p:spPr>
              <a:xfrm>
                <a:off x="2135560" y="6597352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69" name="标题 1"/>
          <p:cNvSpPr txBox="1">
            <a:spLocks/>
          </p:cNvSpPr>
          <p:nvPr userDrawn="1"/>
        </p:nvSpPr>
        <p:spPr>
          <a:xfrm>
            <a:off x="-3689" y="3035"/>
            <a:ext cx="1920865" cy="555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spc="600" dirty="0">
                <a:solidFill>
                  <a:prstClr val="white"/>
                </a:solidFill>
              </a:rPr>
              <a:t>答题模板</a:t>
            </a:r>
          </a:p>
        </p:txBody>
      </p:sp>
      <p:cxnSp>
        <p:nvCxnSpPr>
          <p:cNvPr id="70" name="直接连接符 69"/>
          <p:cNvCxnSpPr/>
          <p:nvPr userDrawn="1"/>
        </p:nvCxnSpPr>
        <p:spPr>
          <a:xfrm>
            <a:off x="0" y="558205"/>
            <a:ext cx="191717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272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读图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23592" y="476672"/>
            <a:ext cx="9158808" cy="738932"/>
          </a:xfrm>
        </p:spPr>
        <p:txBody>
          <a:bodyPr>
            <a:normAutofit/>
          </a:bodyPr>
          <a:lstStyle>
            <a:lvl1pPr algn="l">
              <a:defRPr sz="4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2424117" y="1484785"/>
            <a:ext cx="9158287" cy="460851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2434021" y="1222737"/>
            <a:ext cx="91133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 userDrawn="1"/>
        </p:nvGrpSpPr>
        <p:grpSpPr>
          <a:xfrm>
            <a:off x="4" y="0"/>
            <a:ext cx="2072351" cy="6858000"/>
            <a:chOff x="0" y="0"/>
            <a:chExt cx="2072351" cy="6858000"/>
          </a:xfrm>
        </p:grpSpPr>
        <p:sp>
          <p:nvSpPr>
            <p:cNvPr id="70" name="矩形 69"/>
            <p:cNvSpPr/>
            <p:nvPr/>
          </p:nvSpPr>
          <p:spPr>
            <a:xfrm>
              <a:off x="0" y="0"/>
              <a:ext cx="1952781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1928335" y="133180"/>
              <a:ext cx="144016" cy="6552728"/>
              <a:chOff x="2135560" y="188640"/>
              <a:chExt cx="144016" cy="6552728"/>
            </a:xfrm>
            <a:solidFill>
              <a:srgbClr val="0070C0"/>
            </a:solidFill>
          </p:grpSpPr>
          <p:sp>
            <p:nvSpPr>
              <p:cNvPr id="72" name="椭圆 71"/>
              <p:cNvSpPr/>
              <p:nvPr/>
            </p:nvSpPr>
            <p:spPr>
              <a:xfrm>
                <a:off x="2135560" y="1886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3" name="椭圆 72"/>
              <p:cNvSpPr/>
              <p:nvPr/>
            </p:nvSpPr>
            <p:spPr>
              <a:xfrm>
                <a:off x="2135560" y="4556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4" name="椭圆 73"/>
              <p:cNvSpPr/>
              <p:nvPr/>
            </p:nvSpPr>
            <p:spPr>
              <a:xfrm>
                <a:off x="2135560" y="7227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5" name="椭圆 74"/>
              <p:cNvSpPr/>
              <p:nvPr/>
            </p:nvSpPr>
            <p:spPr>
              <a:xfrm>
                <a:off x="2135560" y="9897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6" name="椭圆 75"/>
              <p:cNvSpPr/>
              <p:nvPr/>
            </p:nvSpPr>
            <p:spPr>
              <a:xfrm>
                <a:off x="2135560" y="125676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7" name="椭圆 76"/>
              <p:cNvSpPr/>
              <p:nvPr/>
            </p:nvSpPr>
            <p:spPr>
              <a:xfrm>
                <a:off x="2135560" y="152379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2135560" y="179082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2135560" y="205785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2135560" y="232488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1" name="椭圆 80"/>
              <p:cNvSpPr/>
              <p:nvPr/>
            </p:nvSpPr>
            <p:spPr>
              <a:xfrm>
                <a:off x="2135560" y="259191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2" name="椭圆 81"/>
              <p:cNvSpPr/>
              <p:nvPr/>
            </p:nvSpPr>
            <p:spPr>
              <a:xfrm>
                <a:off x="2135560" y="28589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3" name="椭圆 82"/>
              <p:cNvSpPr/>
              <p:nvPr/>
            </p:nvSpPr>
            <p:spPr>
              <a:xfrm>
                <a:off x="2135560" y="31259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4" name="椭圆 83"/>
              <p:cNvSpPr/>
              <p:nvPr/>
            </p:nvSpPr>
            <p:spPr>
              <a:xfrm>
                <a:off x="2135560" y="33930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5" name="椭圆 84"/>
              <p:cNvSpPr/>
              <p:nvPr/>
            </p:nvSpPr>
            <p:spPr>
              <a:xfrm>
                <a:off x="2135560" y="36600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6" name="椭圆 85"/>
              <p:cNvSpPr/>
              <p:nvPr/>
            </p:nvSpPr>
            <p:spPr>
              <a:xfrm>
                <a:off x="2135560" y="392706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7" name="椭圆 86"/>
              <p:cNvSpPr/>
              <p:nvPr/>
            </p:nvSpPr>
            <p:spPr>
              <a:xfrm>
                <a:off x="2135560" y="419409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2135560" y="446112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2135560" y="472815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2135560" y="499518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1" name="椭圆 90"/>
              <p:cNvSpPr/>
              <p:nvPr/>
            </p:nvSpPr>
            <p:spPr>
              <a:xfrm>
                <a:off x="2135560" y="526221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2" name="椭圆 91"/>
              <p:cNvSpPr/>
              <p:nvPr/>
            </p:nvSpPr>
            <p:spPr>
              <a:xfrm>
                <a:off x="2135560" y="55292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3" name="椭圆 92"/>
              <p:cNvSpPr/>
              <p:nvPr/>
            </p:nvSpPr>
            <p:spPr>
              <a:xfrm>
                <a:off x="2135560" y="57962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2135560" y="60633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5" name="椭圆 94"/>
              <p:cNvSpPr/>
              <p:nvPr/>
            </p:nvSpPr>
            <p:spPr>
              <a:xfrm>
                <a:off x="2135560" y="63303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2135560" y="6597352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grpSp>
        <p:nvGrpSpPr>
          <p:cNvPr id="97" name="组合 96"/>
          <p:cNvGrpSpPr/>
          <p:nvPr userDrawn="1"/>
        </p:nvGrpSpPr>
        <p:grpSpPr>
          <a:xfrm>
            <a:off x="574510" y="1557430"/>
            <a:ext cx="923330" cy="3743142"/>
            <a:chOff x="704663" y="1268760"/>
            <a:chExt cx="923330" cy="3743142"/>
          </a:xfrm>
        </p:grpSpPr>
        <p:sp>
          <p:nvSpPr>
            <p:cNvPr id="98" name="矩形 97"/>
            <p:cNvSpPr/>
            <p:nvPr/>
          </p:nvSpPr>
          <p:spPr>
            <a:xfrm>
              <a:off x="704663" y="2149580"/>
              <a:ext cx="923330" cy="2862322"/>
            </a:xfrm>
            <a:prstGeom prst="rect">
              <a:avLst/>
            </a:prstGeom>
          </p:spPr>
          <p:txBody>
            <a:bodyPr vert="eaVert" wrap="none" anchor="ctr">
              <a:spAutoFit/>
            </a:bodyPr>
            <a:lstStyle/>
            <a:p>
              <a:pPr algn="ctr"/>
              <a:r>
                <a:rPr lang="zh-CN" altLang="en-US" sz="4800" spc="600" dirty="0">
                  <a:solidFill>
                    <a:prstClr val="white"/>
                  </a:solidFill>
                </a:rPr>
                <a:t>读图模板</a:t>
              </a:r>
            </a:p>
          </p:txBody>
        </p:sp>
        <p:sp>
          <p:nvSpPr>
            <p:cNvPr id="99" name="Freeform 5"/>
            <p:cNvSpPr>
              <a:spLocks noEditPoints="1"/>
            </p:cNvSpPr>
            <p:nvPr/>
          </p:nvSpPr>
          <p:spPr bwMode="auto">
            <a:xfrm>
              <a:off x="766216" y="1268760"/>
              <a:ext cx="800222" cy="799370"/>
            </a:xfrm>
            <a:custGeom>
              <a:avLst/>
              <a:gdLst>
                <a:gd name="T0" fmla="*/ 0 w 939"/>
                <a:gd name="T1" fmla="*/ 0 h 938"/>
                <a:gd name="T2" fmla="*/ 0 w 939"/>
                <a:gd name="T3" fmla="*/ 938 h 938"/>
                <a:gd name="T4" fmla="*/ 939 w 939"/>
                <a:gd name="T5" fmla="*/ 938 h 938"/>
                <a:gd name="T6" fmla="*/ 939 w 939"/>
                <a:gd name="T7" fmla="*/ 0 h 938"/>
                <a:gd name="T8" fmla="*/ 0 w 939"/>
                <a:gd name="T9" fmla="*/ 0 h 938"/>
                <a:gd name="T10" fmla="*/ 899 w 939"/>
                <a:gd name="T11" fmla="*/ 897 h 938"/>
                <a:gd name="T12" fmla="*/ 41 w 939"/>
                <a:gd name="T13" fmla="*/ 897 h 938"/>
                <a:gd name="T14" fmla="*/ 41 w 939"/>
                <a:gd name="T15" fmla="*/ 41 h 938"/>
                <a:gd name="T16" fmla="*/ 899 w 939"/>
                <a:gd name="T17" fmla="*/ 41 h 938"/>
                <a:gd name="T18" fmla="*/ 899 w 939"/>
                <a:gd name="T19" fmla="*/ 897 h 938"/>
                <a:gd name="T20" fmla="*/ 809 w 939"/>
                <a:gd name="T21" fmla="*/ 151 h 938"/>
                <a:gd name="T22" fmla="*/ 131 w 939"/>
                <a:gd name="T23" fmla="*/ 151 h 938"/>
                <a:gd name="T24" fmla="*/ 131 w 939"/>
                <a:gd name="T25" fmla="*/ 390 h 938"/>
                <a:gd name="T26" fmla="*/ 809 w 939"/>
                <a:gd name="T27" fmla="*/ 390 h 938"/>
                <a:gd name="T28" fmla="*/ 809 w 939"/>
                <a:gd name="T29" fmla="*/ 151 h 938"/>
                <a:gd name="T30" fmla="*/ 776 w 939"/>
                <a:gd name="T31" fmla="*/ 357 h 938"/>
                <a:gd name="T32" fmla="*/ 163 w 939"/>
                <a:gd name="T33" fmla="*/ 357 h 938"/>
                <a:gd name="T34" fmla="*/ 163 w 939"/>
                <a:gd name="T35" fmla="*/ 182 h 938"/>
                <a:gd name="T36" fmla="*/ 776 w 939"/>
                <a:gd name="T37" fmla="*/ 182 h 938"/>
                <a:gd name="T38" fmla="*/ 776 w 939"/>
                <a:gd name="T39" fmla="*/ 357 h 938"/>
                <a:gd name="T40" fmla="*/ 508 w 939"/>
                <a:gd name="T41" fmla="*/ 574 h 938"/>
                <a:gd name="T42" fmla="*/ 809 w 939"/>
                <a:gd name="T43" fmla="*/ 574 h 938"/>
                <a:gd name="T44" fmla="*/ 809 w 939"/>
                <a:gd name="T45" fmla="*/ 452 h 938"/>
                <a:gd name="T46" fmla="*/ 508 w 939"/>
                <a:gd name="T47" fmla="*/ 452 h 938"/>
                <a:gd name="T48" fmla="*/ 508 w 939"/>
                <a:gd name="T49" fmla="*/ 574 h 938"/>
                <a:gd name="T50" fmla="*/ 541 w 939"/>
                <a:gd name="T51" fmla="*/ 485 h 938"/>
                <a:gd name="T52" fmla="*/ 776 w 939"/>
                <a:gd name="T53" fmla="*/ 485 h 938"/>
                <a:gd name="T54" fmla="*/ 776 w 939"/>
                <a:gd name="T55" fmla="*/ 543 h 938"/>
                <a:gd name="T56" fmla="*/ 541 w 939"/>
                <a:gd name="T57" fmla="*/ 543 h 938"/>
                <a:gd name="T58" fmla="*/ 541 w 939"/>
                <a:gd name="T59" fmla="*/ 485 h 938"/>
                <a:gd name="T60" fmla="*/ 508 w 939"/>
                <a:gd name="T61" fmla="*/ 745 h 938"/>
                <a:gd name="T62" fmla="*/ 809 w 939"/>
                <a:gd name="T63" fmla="*/ 745 h 938"/>
                <a:gd name="T64" fmla="*/ 809 w 939"/>
                <a:gd name="T65" fmla="*/ 623 h 938"/>
                <a:gd name="T66" fmla="*/ 508 w 939"/>
                <a:gd name="T67" fmla="*/ 623 h 938"/>
                <a:gd name="T68" fmla="*/ 508 w 939"/>
                <a:gd name="T69" fmla="*/ 745 h 938"/>
                <a:gd name="T70" fmla="*/ 541 w 939"/>
                <a:gd name="T71" fmla="*/ 654 h 938"/>
                <a:gd name="T72" fmla="*/ 776 w 939"/>
                <a:gd name="T73" fmla="*/ 654 h 938"/>
                <a:gd name="T74" fmla="*/ 776 w 939"/>
                <a:gd name="T75" fmla="*/ 713 h 938"/>
                <a:gd name="T76" fmla="*/ 541 w 939"/>
                <a:gd name="T77" fmla="*/ 713 h 938"/>
                <a:gd name="T78" fmla="*/ 541 w 939"/>
                <a:gd name="T79" fmla="*/ 654 h 938"/>
                <a:gd name="T80" fmla="*/ 137 w 939"/>
                <a:gd name="T81" fmla="*/ 810 h 938"/>
                <a:gd name="T82" fmla="*/ 438 w 939"/>
                <a:gd name="T83" fmla="*/ 810 h 938"/>
                <a:gd name="T84" fmla="*/ 438 w 939"/>
                <a:gd name="T85" fmla="*/ 428 h 938"/>
                <a:gd name="T86" fmla="*/ 137 w 939"/>
                <a:gd name="T87" fmla="*/ 428 h 938"/>
                <a:gd name="T88" fmla="*/ 137 w 939"/>
                <a:gd name="T89" fmla="*/ 810 h 938"/>
                <a:gd name="T90" fmla="*/ 170 w 939"/>
                <a:gd name="T91" fmla="*/ 460 h 938"/>
                <a:gd name="T92" fmla="*/ 405 w 939"/>
                <a:gd name="T93" fmla="*/ 460 h 938"/>
                <a:gd name="T94" fmla="*/ 405 w 939"/>
                <a:gd name="T95" fmla="*/ 778 h 938"/>
                <a:gd name="T96" fmla="*/ 170 w 939"/>
                <a:gd name="T97" fmla="*/ 778 h 938"/>
                <a:gd name="T98" fmla="*/ 170 w 939"/>
                <a:gd name="T99" fmla="*/ 460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39" h="938">
                  <a:moveTo>
                    <a:pt x="0" y="0"/>
                  </a:moveTo>
                  <a:lnTo>
                    <a:pt x="0" y="938"/>
                  </a:lnTo>
                  <a:lnTo>
                    <a:pt x="939" y="938"/>
                  </a:lnTo>
                  <a:lnTo>
                    <a:pt x="939" y="0"/>
                  </a:lnTo>
                  <a:lnTo>
                    <a:pt x="0" y="0"/>
                  </a:lnTo>
                  <a:close/>
                  <a:moveTo>
                    <a:pt x="899" y="897"/>
                  </a:moveTo>
                  <a:lnTo>
                    <a:pt x="41" y="897"/>
                  </a:lnTo>
                  <a:lnTo>
                    <a:pt x="41" y="41"/>
                  </a:lnTo>
                  <a:lnTo>
                    <a:pt x="899" y="41"/>
                  </a:lnTo>
                  <a:lnTo>
                    <a:pt x="899" y="897"/>
                  </a:lnTo>
                  <a:close/>
                  <a:moveTo>
                    <a:pt x="809" y="151"/>
                  </a:moveTo>
                  <a:lnTo>
                    <a:pt x="131" y="151"/>
                  </a:lnTo>
                  <a:lnTo>
                    <a:pt x="131" y="390"/>
                  </a:lnTo>
                  <a:lnTo>
                    <a:pt x="809" y="390"/>
                  </a:lnTo>
                  <a:lnTo>
                    <a:pt x="809" y="151"/>
                  </a:lnTo>
                  <a:close/>
                  <a:moveTo>
                    <a:pt x="776" y="357"/>
                  </a:moveTo>
                  <a:lnTo>
                    <a:pt x="163" y="357"/>
                  </a:lnTo>
                  <a:lnTo>
                    <a:pt x="163" y="182"/>
                  </a:lnTo>
                  <a:lnTo>
                    <a:pt x="776" y="182"/>
                  </a:lnTo>
                  <a:lnTo>
                    <a:pt x="776" y="357"/>
                  </a:lnTo>
                  <a:close/>
                  <a:moveTo>
                    <a:pt x="508" y="574"/>
                  </a:moveTo>
                  <a:lnTo>
                    <a:pt x="809" y="574"/>
                  </a:lnTo>
                  <a:lnTo>
                    <a:pt x="809" y="452"/>
                  </a:lnTo>
                  <a:lnTo>
                    <a:pt x="508" y="452"/>
                  </a:lnTo>
                  <a:lnTo>
                    <a:pt x="508" y="574"/>
                  </a:lnTo>
                  <a:close/>
                  <a:moveTo>
                    <a:pt x="541" y="485"/>
                  </a:moveTo>
                  <a:lnTo>
                    <a:pt x="776" y="485"/>
                  </a:lnTo>
                  <a:lnTo>
                    <a:pt x="776" y="543"/>
                  </a:lnTo>
                  <a:lnTo>
                    <a:pt x="541" y="543"/>
                  </a:lnTo>
                  <a:lnTo>
                    <a:pt x="541" y="485"/>
                  </a:lnTo>
                  <a:close/>
                  <a:moveTo>
                    <a:pt x="508" y="745"/>
                  </a:moveTo>
                  <a:lnTo>
                    <a:pt x="809" y="745"/>
                  </a:lnTo>
                  <a:lnTo>
                    <a:pt x="809" y="623"/>
                  </a:lnTo>
                  <a:lnTo>
                    <a:pt x="508" y="623"/>
                  </a:lnTo>
                  <a:lnTo>
                    <a:pt x="508" y="745"/>
                  </a:lnTo>
                  <a:close/>
                  <a:moveTo>
                    <a:pt x="541" y="654"/>
                  </a:moveTo>
                  <a:lnTo>
                    <a:pt x="776" y="654"/>
                  </a:lnTo>
                  <a:lnTo>
                    <a:pt x="776" y="713"/>
                  </a:lnTo>
                  <a:lnTo>
                    <a:pt x="541" y="713"/>
                  </a:lnTo>
                  <a:lnTo>
                    <a:pt x="541" y="654"/>
                  </a:lnTo>
                  <a:close/>
                  <a:moveTo>
                    <a:pt x="137" y="810"/>
                  </a:moveTo>
                  <a:lnTo>
                    <a:pt x="438" y="810"/>
                  </a:lnTo>
                  <a:lnTo>
                    <a:pt x="438" y="428"/>
                  </a:lnTo>
                  <a:lnTo>
                    <a:pt x="137" y="428"/>
                  </a:lnTo>
                  <a:lnTo>
                    <a:pt x="137" y="810"/>
                  </a:lnTo>
                  <a:close/>
                  <a:moveTo>
                    <a:pt x="170" y="460"/>
                  </a:moveTo>
                  <a:lnTo>
                    <a:pt x="405" y="460"/>
                  </a:lnTo>
                  <a:lnTo>
                    <a:pt x="405" y="778"/>
                  </a:lnTo>
                  <a:lnTo>
                    <a:pt x="170" y="778"/>
                  </a:lnTo>
                  <a:lnTo>
                    <a:pt x="170" y="46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75143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图形突破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4" y="0"/>
            <a:ext cx="12192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3759881" y="3967748"/>
            <a:ext cx="4672240" cy="414091"/>
            <a:chOff x="3791744" y="3505922"/>
            <a:chExt cx="4672240" cy="414091"/>
          </a:xfrm>
        </p:grpSpPr>
        <p:sp>
          <p:nvSpPr>
            <p:cNvPr id="9" name="文本框 8"/>
            <p:cNvSpPr txBox="1"/>
            <p:nvPr/>
          </p:nvSpPr>
          <p:spPr>
            <a:xfrm>
              <a:off x="4940535" y="3505922"/>
              <a:ext cx="2374659" cy="414091"/>
            </a:xfrm>
            <a:custGeom>
              <a:avLst/>
              <a:gdLst/>
              <a:ahLst/>
              <a:cxnLst/>
              <a:rect l="l" t="t" r="r" b="b"/>
              <a:pathLst>
                <a:path w="2374659" h="414091">
                  <a:moveTo>
                    <a:pt x="1015138" y="312048"/>
                  </a:moveTo>
                  <a:cubicBezTo>
                    <a:pt x="1047669" y="317114"/>
                    <a:pt x="1071268" y="324580"/>
                    <a:pt x="1085933" y="334447"/>
                  </a:cubicBezTo>
                  <a:cubicBezTo>
                    <a:pt x="1100599" y="344313"/>
                    <a:pt x="1108999" y="355912"/>
                    <a:pt x="1111132" y="369244"/>
                  </a:cubicBezTo>
                  <a:cubicBezTo>
                    <a:pt x="1112199" y="383910"/>
                    <a:pt x="1107532" y="392976"/>
                    <a:pt x="1097133" y="396443"/>
                  </a:cubicBezTo>
                  <a:cubicBezTo>
                    <a:pt x="1086733" y="399909"/>
                    <a:pt x="1077267" y="393510"/>
                    <a:pt x="1068734" y="377244"/>
                  </a:cubicBezTo>
                  <a:cubicBezTo>
                    <a:pt x="1064201" y="367378"/>
                    <a:pt x="1058135" y="357578"/>
                    <a:pt x="1050536" y="347846"/>
                  </a:cubicBezTo>
                  <a:cubicBezTo>
                    <a:pt x="1042936" y="338113"/>
                    <a:pt x="1030604" y="327514"/>
                    <a:pt x="1013538" y="316048"/>
                  </a:cubicBezTo>
                  <a:cubicBezTo>
                    <a:pt x="1011138" y="313914"/>
                    <a:pt x="1011671" y="312581"/>
                    <a:pt x="1015138" y="312048"/>
                  </a:cubicBezTo>
                  <a:close/>
                  <a:moveTo>
                    <a:pt x="909144" y="303648"/>
                  </a:moveTo>
                  <a:cubicBezTo>
                    <a:pt x="910477" y="303382"/>
                    <a:pt x="912211" y="303782"/>
                    <a:pt x="914344" y="304848"/>
                  </a:cubicBezTo>
                  <a:cubicBezTo>
                    <a:pt x="923143" y="309915"/>
                    <a:pt x="931076" y="315048"/>
                    <a:pt x="938142" y="320247"/>
                  </a:cubicBezTo>
                  <a:cubicBezTo>
                    <a:pt x="945209" y="325447"/>
                    <a:pt x="949008" y="330180"/>
                    <a:pt x="949542" y="334447"/>
                  </a:cubicBezTo>
                  <a:cubicBezTo>
                    <a:pt x="948475" y="336313"/>
                    <a:pt x="943942" y="338446"/>
                    <a:pt x="935943" y="340846"/>
                  </a:cubicBezTo>
                  <a:cubicBezTo>
                    <a:pt x="921543" y="351245"/>
                    <a:pt x="905478" y="361645"/>
                    <a:pt x="887745" y="372044"/>
                  </a:cubicBezTo>
                  <a:cubicBezTo>
                    <a:pt x="870013" y="382444"/>
                    <a:pt x="852214" y="390576"/>
                    <a:pt x="834349" y="396443"/>
                  </a:cubicBezTo>
                  <a:cubicBezTo>
                    <a:pt x="829816" y="397243"/>
                    <a:pt x="829016" y="396176"/>
                    <a:pt x="831949" y="393243"/>
                  </a:cubicBezTo>
                  <a:cubicBezTo>
                    <a:pt x="849015" y="381510"/>
                    <a:pt x="863947" y="367644"/>
                    <a:pt x="876746" y="351645"/>
                  </a:cubicBezTo>
                  <a:cubicBezTo>
                    <a:pt x="889545" y="335646"/>
                    <a:pt x="899412" y="320581"/>
                    <a:pt x="906344" y="306448"/>
                  </a:cubicBezTo>
                  <a:cubicBezTo>
                    <a:pt x="906878" y="304848"/>
                    <a:pt x="907811" y="303915"/>
                    <a:pt x="909144" y="303648"/>
                  </a:cubicBezTo>
                  <a:close/>
                  <a:moveTo>
                    <a:pt x="1928482" y="187655"/>
                  </a:moveTo>
                  <a:cubicBezTo>
                    <a:pt x="1930349" y="187655"/>
                    <a:pt x="1932548" y="188855"/>
                    <a:pt x="1935082" y="191255"/>
                  </a:cubicBezTo>
                  <a:lnTo>
                    <a:pt x="1956680" y="211254"/>
                  </a:lnTo>
                  <a:cubicBezTo>
                    <a:pt x="1967346" y="220587"/>
                    <a:pt x="1967613" y="224587"/>
                    <a:pt x="1957480" y="223253"/>
                  </a:cubicBezTo>
                  <a:lnTo>
                    <a:pt x="1875885" y="223253"/>
                  </a:lnTo>
                  <a:cubicBezTo>
                    <a:pt x="1874285" y="225653"/>
                    <a:pt x="1871885" y="227520"/>
                    <a:pt x="1868686" y="228853"/>
                  </a:cubicBezTo>
                  <a:lnTo>
                    <a:pt x="1868686" y="280850"/>
                  </a:lnTo>
                  <a:lnTo>
                    <a:pt x="1889484" y="280850"/>
                  </a:lnTo>
                  <a:lnTo>
                    <a:pt x="1902284" y="267251"/>
                  </a:lnTo>
                  <a:cubicBezTo>
                    <a:pt x="1904417" y="261384"/>
                    <a:pt x="1907883" y="261384"/>
                    <a:pt x="1912683" y="267251"/>
                  </a:cubicBezTo>
                  <a:lnTo>
                    <a:pt x="1930282" y="283250"/>
                  </a:lnTo>
                  <a:cubicBezTo>
                    <a:pt x="1940148" y="291516"/>
                    <a:pt x="1940948" y="295249"/>
                    <a:pt x="1932682" y="294449"/>
                  </a:cubicBezTo>
                  <a:lnTo>
                    <a:pt x="1868686" y="294449"/>
                  </a:lnTo>
                  <a:lnTo>
                    <a:pt x="1868686" y="360445"/>
                  </a:lnTo>
                  <a:cubicBezTo>
                    <a:pt x="1882285" y="361778"/>
                    <a:pt x="1895084" y="362311"/>
                    <a:pt x="1907083" y="362045"/>
                  </a:cubicBezTo>
                  <a:lnTo>
                    <a:pt x="1916683" y="362045"/>
                  </a:lnTo>
                  <a:cubicBezTo>
                    <a:pt x="1917483" y="362578"/>
                    <a:pt x="1934282" y="361245"/>
                    <a:pt x="1967080" y="358045"/>
                  </a:cubicBezTo>
                  <a:cubicBezTo>
                    <a:pt x="1968679" y="358578"/>
                    <a:pt x="1968679" y="359645"/>
                    <a:pt x="1967080" y="361245"/>
                  </a:cubicBezTo>
                  <a:cubicBezTo>
                    <a:pt x="1955080" y="370044"/>
                    <a:pt x="1946014" y="382044"/>
                    <a:pt x="1939881" y="397243"/>
                  </a:cubicBezTo>
                  <a:cubicBezTo>
                    <a:pt x="1939881" y="401509"/>
                    <a:pt x="1938815" y="403376"/>
                    <a:pt x="1936681" y="402842"/>
                  </a:cubicBezTo>
                  <a:lnTo>
                    <a:pt x="1900684" y="402842"/>
                  </a:lnTo>
                  <a:cubicBezTo>
                    <a:pt x="1880152" y="402842"/>
                    <a:pt x="1858753" y="396776"/>
                    <a:pt x="1836488" y="384643"/>
                  </a:cubicBezTo>
                  <a:cubicBezTo>
                    <a:pt x="1814222" y="372511"/>
                    <a:pt x="1798290" y="354445"/>
                    <a:pt x="1788691" y="330447"/>
                  </a:cubicBezTo>
                  <a:cubicBezTo>
                    <a:pt x="1776691" y="361912"/>
                    <a:pt x="1755093" y="386843"/>
                    <a:pt x="1723894" y="405242"/>
                  </a:cubicBezTo>
                  <a:cubicBezTo>
                    <a:pt x="1720428" y="406309"/>
                    <a:pt x="1719895" y="405509"/>
                    <a:pt x="1722295" y="402842"/>
                  </a:cubicBezTo>
                  <a:cubicBezTo>
                    <a:pt x="1742827" y="379377"/>
                    <a:pt x="1756226" y="353112"/>
                    <a:pt x="1762492" y="324047"/>
                  </a:cubicBezTo>
                  <a:cubicBezTo>
                    <a:pt x="1768758" y="294982"/>
                    <a:pt x="1771625" y="265917"/>
                    <a:pt x="1771092" y="236852"/>
                  </a:cubicBezTo>
                  <a:cubicBezTo>
                    <a:pt x="1770558" y="232053"/>
                    <a:pt x="1771625" y="230453"/>
                    <a:pt x="1774291" y="232053"/>
                  </a:cubicBezTo>
                  <a:cubicBezTo>
                    <a:pt x="1784957" y="234453"/>
                    <a:pt x="1794690" y="236919"/>
                    <a:pt x="1803490" y="239452"/>
                  </a:cubicBezTo>
                  <a:cubicBezTo>
                    <a:pt x="1812289" y="241985"/>
                    <a:pt x="1816955" y="245385"/>
                    <a:pt x="1817489" y="249652"/>
                  </a:cubicBezTo>
                  <a:cubicBezTo>
                    <a:pt x="1817222" y="253385"/>
                    <a:pt x="1814289" y="256318"/>
                    <a:pt x="1808689" y="258451"/>
                  </a:cubicBezTo>
                  <a:cubicBezTo>
                    <a:pt x="1805490" y="282183"/>
                    <a:pt x="1800423" y="302982"/>
                    <a:pt x="1793490" y="320847"/>
                  </a:cubicBezTo>
                  <a:cubicBezTo>
                    <a:pt x="1804156" y="337913"/>
                    <a:pt x="1818022" y="349646"/>
                    <a:pt x="1835088" y="356045"/>
                  </a:cubicBezTo>
                  <a:lnTo>
                    <a:pt x="1835088" y="223253"/>
                  </a:lnTo>
                  <a:lnTo>
                    <a:pt x="1763892" y="223253"/>
                  </a:lnTo>
                  <a:cubicBezTo>
                    <a:pt x="1759359" y="222720"/>
                    <a:pt x="1754559" y="224053"/>
                    <a:pt x="1749493" y="227253"/>
                  </a:cubicBezTo>
                  <a:lnTo>
                    <a:pt x="1738294" y="209654"/>
                  </a:lnTo>
                  <a:lnTo>
                    <a:pt x="1911083" y="209654"/>
                  </a:lnTo>
                  <a:lnTo>
                    <a:pt x="1923882" y="191255"/>
                  </a:lnTo>
                  <a:cubicBezTo>
                    <a:pt x="1925082" y="188855"/>
                    <a:pt x="1926615" y="187655"/>
                    <a:pt x="1928482" y="187655"/>
                  </a:cubicBezTo>
                  <a:close/>
                  <a:moveTo>
                    <a:pt x="218586" y="168657"/>
                  </a:moveTo>
                  <a:cubicBezTo>
                    <a:pt x="220586" y="168657"/>
                    <a:pt x="223186" y="170057"/>
                    <a:pt x="226386" y="172856"/>
                  </a:cubicBezTo>
                  <a:lnTo>
                    <a:pt x="258384" y="196855"/>
                  </a:lnTo>
                  <a:cubicBezTo>
                    <a:pt x="265584" y="203788"/>
                    <a:pt x="266917" y="207521"/>
                    <a:pt x="262384" y="208054"/>
                  </a:cubicBezTo>
                  <a:cubicBezTo>
                    <a:pt x="236785" y="208854"/>
                    <a:pt x="212787" y="215520"/>
                    <a:pt x="190388" y="228053"/>
                  </a:cubicBezTo>
                  <a:cubicBezTo>
                    <a:pt x="193588" y="228853"/>
                    <a:pt x="195188" y="230453"/>
                    <a:pt x="195188" y="232853"/>
                  </a:cubicBezTo>
                  <a:cubicBezTo>
                    <a:pt x="194121" y="237919"/>
                    <a:pt x="191188" y="241386"/>
                    <a:pt x="186388" y="243252"/>
                  </a:cubicBezTo>
                  <a:lnTo>
                    <a:pt x="186388" y="272050"/>
                  </a:lnTo>
                  <a:cubicBezTo>
                    <a:pt x="186388" y="273917"/>
                    <a:pt x="186388" y="275250"/>
                    <a:pt x="186388" y="276050"/>
                  </a:cubicBezTo>
                  <a:lnTo>
                    <a:pt x="263184" y="276050"/>
                  </a:lnTo>
                  <a:lnTo>
                    <a:pt x="279983" y="256851"/>
                  </a:lnTo>
                  <a:cubicBezTo>
                    <a:pt x="283182" y="251518"/>
                    <a:pt x="286916" y="251252"/>
                    <a:pt x="291182" y="256051"/>
                  </a:cubicBezTo>
                  <a:lnTo>
                    <a:pt x="314381" y="276850"/>
                  </a:lnTo>
                  <a:cubicBezTo>
                    <a:pt x="320247" y="282983"/>
                    <a:pt x="322847" y="286716"/>
                    <a:pt x="322180" y="288049"/>
                  </a:cubicBezTo>
                  <a:cubicBezTo>
                    <a:pt x="321513" y="289383"/>
                    <a:pt x="319447" y="289916"/>
                    <a:pt x="315980" y="289649"/>
                  </a:cubicBezTo>
                  <a:lnTo>
                    <a:pt x="186388" y="289649"/>
                  </a:lnTo>
                  <a:cubicBezTo>
                    <a:pt x="186122" y="325914"/>
                    <a:pt x="186655" y="352179"/>
                    <a:pt x="187988" y="368444"/>
                  </a:cubicBezTo>
                  <a:cubicBezTo>
                    <a:pt x="188255" y="379644"/>
                    <a:pt x="183189" y="388443"/>
                    <a:pt x="172789" y="394843"/>
                  </a:cubicBezTo>
                  <a:cubicBezTo>
                    <a:pt x="162390" y="401242"/>
                    <a:pt x="150924" y="404976"/>
                    <a:pt x="138391" y="406042"/>
                  </a:cubicBezTo>
                  <a:cubicBezTo>
                    <a:pt x="136525" y="406309"/>
                    <a:pt x="135191" y="405509"/>
                    <a:pt x="134392" y="403642"/>
                  </a:cubicBezTo>
                  <a:cubicBezTo>
                    <a:pt x="130658" y="389243"/>
                    <a:pt x="113859" y="375644"/>
                    <a:pt x="83995" y="362845"/>
                  </a:cubicBezTo>
                  <a:cubicBezTo>
                    <a:pt x="81861" y="360712"/>
                    <a:pt x="82128" y="359112"/>
                    <a:pt x="84795" y="358045"/>
                  </a:cubicBezTo>
                  <a:cubicBezTo>
                    <a:pt x="114659" y="362311"/>
                    <a:pt x="132792" y="363178"/>
                    <a:pt x="139191" y="360645"/>
                  </a:cubicBezTo>
                  <a:cubicBezTo>
                    <a:pt x="145591" y="358112"/>
                    <a:pt x="148257" y="354712"/>
                    <a:pt x="147191" y="350446"/>
                  </a:cubicBezTo>
                  <a:lnTo>
                    <a:pt x="147191" y="289649"/>
                  </a:lnTo>
                  <a:lnTo>
                    <a:pt x="25598" y="289649"/>
                  </a:lnTo>
                  <a:cubicBezTo>
                    <a:pt x="21065" y="288849"/>
                    <a:pt x="16265" y="290449"/>
                    <a:pt x="11199" y="294449"/>
                  </a:cubicBezTo>
                  <a:lnTo>
                    <a:pt x="0" y="276050"/>
                  </a:lnTo>
                  <a:lnTo>
                    <a:pt x="147191" y="276050"/>
                  </a:lnTo>
                  <a:lnTo>
                    <a:pt x="147191" y="262451"/>
                  </a:lnTo>
                  <a:cubicBezTo>
                    <a:pt x="147191" y="243519"/>
                    <a:pt x="146924" y="231786"/>
                    <a:pt x="146391" y="227253"/>
                  </a:cubicBezTo>
                  <a:cubicBezTo>
                    <a:pt x="143724" y="220853"/>
                    <a:pt x="143991" y="217920"/>
                    <a:pt x="147191" y="218454"/>
                  </a:cubicBezTo>
                  <a:cubicBezTo>
                    <a:pt x="151191" y="218454"/>
                    <a:pt x="156923" y="219054"/>
                    <a:pt x="164390" y="220253"/>
                  </a:cubicBezTo>
                  <a:cubicBezTo>
                    <a:pt x="171856" y="221453"/>
                    <a:pt x="178655" y="223253"/>
                    <a:pt x="184788" y="225653"/>
                  </a:cubicBezTo>
                  <a:lnTo>
                    <a:pt x="201587" y="196055"/>
                  </a:lnTo>
                  <a:lnTo>
                    <a:pt x="89594" y="196055"/>
                  </a:lnTo>
                  <a:cubicBezTo>
                    <a:pt x="85595" y="195255"/>
                    <a:pt x="80795" y="196855"/>
                    <a:pt x="75195" y="200855"/>
                  </a:cubicBezTo>
                  <a:lnTo>
                    <a:pt x="64796" y="183256"/>
                  </a:lnTo>
                  <a:lnTo>
                    <a:pt x="207187" y="183256"/>
                  </a:lnTo>
                  <a:lnTo>
                    <a:pt x="214387" y="172856"/>
                  </a:lnTo>
                  <a:cubicBezTo>
                    <a:pt x="215187" y="170057"/>
                    <a:pt x="216586" y="168657"/>
                    <a:pt x="218586" y="168657"/>
                  </a:cubicBezTo>
                  <a:close/>
                  <a:moveTo>
                    <a:pt x="566365" y="167257"/>
                  </a:moveTo>
                  <a:cubicBezTo>
                    <a:pt x="579164" y="171256"/>
                    <a:pt x="590497" y="177923"/>
                    <a:pt x="600363" y="187255"/>
                  </a:cubicBezTo>
                  <a:cubicBezTo>
                    <a:pt x="610229" y="196588"/>
                    <a:pt x="615429" y="206721"/>
                    <a:pt x="615962" y="217654"/>
                  </a:cubicBezTo>
                  <a:cubicBezTo>
                    <a:pt x="614629" y="230986"/>
                    <a:pt x="608496" y="238452"/>
                    <a:pt x="597563" y="240052"/>
                  </a:cubicBezTo>
                  <a:cubicBezTo>
                    <a:pt x="586631" y="241652"/>
                    <a:pt x="580498" y="232586"/>
                    <a:pt x="579164" y="212854"/>
                  </a:cubicBezTo>
                  <a:cubicBezTo>
                    <a:pt x="578898" y="205388"/>
                    <a:pt x="577364" y="197455"/>
                    <a:pt x="574565" y="189055"/>
                  </a:cubicBezTo>
                  <a:cubicBezTo>
                    <a:pt x="571765" y="180656"/>
                    <a:pt x="568498" y="174190"/>
                    <a:pt x="564765" y="169657"/>
                  </a:cubicBezTo>
                  <a:cubicBezTo>
                    <a:pt x="563699" y="167790"/>
                    <a:pt x="564232" y="166990"/>
                    <a:pt x="566365" y="167257"/>
                  </a:cubicBezTo>
                  <a:close/>
                  <a:moveTo>
                    <a:pt x="1814289" y="104061"/>
                  </a:moveTo>
                  <a:lnTo>
                    <a:pt x="1814289" y="151258"/>
                  </a:lnTo>
                  <a:lnTo>
                    <a:pt x="1889484" y="151258"/>
                  </a:lnTo>
                  <a:lnTo>
                    <a:pt x="1889484" y="104061"/>
                  </a:lnTo>
                  <a:lnTo>
                    <a:pt x="1820689" y="104061"/>
                  </a:lnTo>
                  <a:cubicBezTo>
                    <a:pt x="1819355" y="104061"/>
                    <a:pt x="1817222" y="104061"/>
                    <a:pt x="1814289" y="104061"/>
                  </a:cubicBezTo>
                  <a:close/>
                  <a:moveTo>
                    <a:pt x="564765" y="56863"/>
                  </a:moveTo>
                  <a:cubicBezTo>
                    <a:pt x="581031" y="60330"/>
                    <a:pt x="594830" y="66663"/>
                    <a:pt x="606163" y="75862"/>
                  </a:cubicBezTo>
                  <a:cubicBezTo>
                    <a:pt x="617495" y="85062"/>
                    <a:pt x="623428" y="94194"/>
                    <a:pt x="623962" y="103261"/>
                  </a:cubicBezTo>
                  <a:cubicBezTo>
                    <a:pt x="622362" y="117126"/>
                    <a:pt x="615962" y="124659"/>
                    <a:pt x="604763" y="125859"/>
                  </a:cubicBezTo>
                  <a:cubicBezTo>
                    <a:pt x="593564" y="127059"/>
                    <a:pt x="587164" y="118993"/>
                    <a:pt x="585564" y="101661"/>
                  </a:cubicBezTo>
                  <a:cubicBezTo>
                    <a:pt x="585297" y="95261"/>
                    <a:pt x="583164" y="87995"/>
                    <a:pt x="579164" y="79862"/>
                  </a:cubicBezTo>
                  <a:cubicBezTo>
                    <a:pt x="575165" y="71729"/>
                    <a:pt x="569832" y="65130"/>
                    <a:pt x="563165" y="60063"/>
                  </a:cubicBezTo>
                  <a:cubicBezTo>
                    <a:pt x="561299" y="58730"/>
                    <a:pt x="561832" y="57663"/>
                    <a:pt x="564765" y="56863"/>
                  </a:cubicBezTo>
                  <a:close/>
                  <a:moveTo>
                    <a:pt x="1814289" y="44064"/>
                  </a:moveTo>
                  <a:lnTo>
                    <a:pt x="1814289" y="90461"/>
                  </a:lnTo>
                  <a:lnTo>
                    <a:pt x="1889484" y="90461"/>
                  </a:lnTo>
                  <a:lnTo>
                    <a:pt x="1889484" y="44064"/>
                  </a:lnTo>
                  <a:close/>
                  <a:moveTo>
                    <a:pt x="518368" y="20066"/>
                  </a:moveTo>
                  <a:cubicBezTo>
                    <a:pt x="521835" y="21932"/>
                    <a:pt x="528101" y="27465"/>
                    <a:pt x="537167" y="36665"/>
                  </a:cubicBezTo>
                  <a:cubicBezTo>
                    <a:pt x="546233" y="45864"/>
                    <a:pt x="551433" y="53130"/>
                    <a:pt x="552766" y="58463"/>
                  </a:cubicBezTo>
                  <a:cubicBezTo>
                    <a:pt x="553833" y="61130"/>
                    <a:pt x="549033" y="62196"/>
                    <a:pt x="538367" y="61663"/>
                  </a:cubicBezTo>
                  <a:lnTo>
                    <a:pt x="536767" y="61663"/>
                  </a:lnTo>
                  <a:cubicBezTo>
                    <a:pt x="525568" y="64063"/>
                    <a:pt x="512768" y="65930"/>
                    <a:pt x="498369" y="67263"/>
                  </a:cubicBezTo>
                  <a:cubicBezTo>
                    <a:pt x="506635" y="69129"/>
                    <a:pt x="510902" y="71263"/>
                    <a:pt x="511169" y="73662"/>
                  </a:cubicBezTo>
                  <a:cubicBezTo>
                    <a:pt x="510635" y="78195"/>
                    <a:pt x="507702" y="81929"/>
                    <a:pt x="502369" y="84862"/>
                  </a:cubicBezTo>
                  <a:lnTo>
                    <a:pt x="502369" y="151258"/>
                  </a:lnTo>
                  <a:lnTo>
                    <a:pt x="512768" y="151258"/>
                  </a:lnTo>
                  <a:lnTo>
                    <a:pt x="527968" y="133659"/>
                  </a:lnTo>
                  <a:cubicBezTo>
                    <a:pt x="530901" y="128326"/>
                    <a:pt x="534367" y="128592"/>
                    <a:pt x="538367" y="134459"/>
                  </a:cubicBezTo>
                  <a:lnTo>
                    <a:pt x="555966" y="153658"/>
                  </a:lnTo>
                  <a:cubicBezTo>
                    <a:pt x="564765" y="162990"/>
                    <a:pt x="564765" y="166723"/>
                    <a:pt x="555966" y="164857"/>
                  </a:cubicBezTo>
                  <a:lnTo>
                    <a:pt x="502369" y="164857"/>
                  </a:lnTo>
                  <a:lnTo>
                    <a:pt x="502369" y="199255"/>
                  </a:lnTo>
                  <a:cubicBezTo>
                    <a:pt x="515702" y="203255"/>
                    <a:pt x="528301" y="209454"/>
                    <a:pt x="540167" y="217854"/>
                  </a:cubicBezTo>
                  <a:cubicBezTo>
                    <a:pt x="552033" y="226253"/>
                    <a:pt x="558366" y="236053"/>
                    <a:pt x="559166" y="247252"/>
                  </a:cubicBezTo>
                  <a:cubicBezTo>
                    <a:pt x="557566" y="260851"/>
                    <a:pt x="551366" y="268517"/>
                    <a:pt x="540567" y="270250"/>
                  </a:cubicBezTo>
                  <a:cubicBezTo>
                    <a:pt x="529767" y="271984"/>
                    <a:pt x="523701" y="263518"/>
                    <a:pt x="522368" y="244852"/>
                  </a:cubicBezTo>
                  <a:cubicBezTo>
                    <a:pt x="522368" y="240852"/>
                    <a:pt x="520701" y="235053"/>
                    <a:pt x="517368" y="227453"/>
                  </a:cubicBezTo>
                  <a:cubicBezTo>
                    <a:pt x="514035" y="219853"/>
                    <a:pt x="509035" y="212854"/>
                    <a:pt x="502369" y="206454"/>
                  </a:cubicBezTo>
                  <a:lnTo>
                    <a:pt x="502369" y="396443"/>
                  </a:lnTo>
                  <a:cubicBezTo>
                    <a:pt x="500769" y="404976"/>
                    <a:pt x="493570" y="409509"/>
                    <a:pt x="480770" y="410042"/>
                  </a:cubicBezTo>
                  <a:cubicBezTo>
                    <a:pt x="471438" y="412175"/>
                    <a:pt x="467705" y="407642"/>
                    <a:pt x="469571" y="396443"/>
                  </a:cubicBezTo>
                  <a:cubicBezTo>
                    <a:pt x="469838" y="389243"/>
                    <a:pt x="470038" y="379844"/>
                    <a:pt x="470171" y="368244"/>
                  </a:cubicBezTo>
                  <a:cubicBezTo>
                    <a:pt x="470304" y="356645"/>
                    <a:pt x="470371" y="346979"/>
                    <a:pt x="470371" y="339246"/>
                  </a:cubicBezTo>
                  <a:lnTo>
                    <a:pt x="470371" y="255251"/>
                  </a:lnTo>
                  <a:cubicBezTo>
                    <a:pt x="453572" y="282716"/>
                    <a:pt x="433307" y="307248"/>
                    <a:pt x="409575" y="328847"/>
                  </a:cubicBezTo>
                  <a:cubicBezTo>
                    <a:pt x="406375" y="331780"/>
                    <a:pt x="405575" y="330980"/>
                    <a:pt x="407175" y="326447"/>
                  </a:cubicBezTo>
                  <a:cubicBezTo>
                    <a:pt x="423440" y="300315"/>
                    <a:pt x="436373" y="272917"/>
                    <a:pt x="445972" y="244252"/>
                  </a:cubicBezTo>
                  <a:cubicBezTo>
                    <a:pt x="455572" y="215587"/>
                    <a:pt x="461838" y="189122"/>
                    <a:pt x="464771" y="164857"/>
                  </a:cubicBezTo>
                  <a:lnTo>
                    <a:pt x="430373" y="164857"/>
                  </a:lnTo>
                  <a:cubicBezTo>
                    <a:pt x="426640" y="164057"/>
                    <a:pt x="421841" y="165657"/>
                    <a:pt x="415974" y="169657"/>
                  </a:cubicBezTo>
                  <a:lnTo>
                    <a:pt x="405575" y="151258"/>
                  </a:lnTo>
                  <a:lnTo>
                    <a:pt x="470371" y="151258"/>
                  </a:lnTo>
                  <a:lnTo>
                    <a:pt x="470371" y="106460"/>
                  </a:lnTo>
                  <a:cubicBezTo>
                    <a:pt x="470371" y="87528"/>
                    <a:pt x="470371" y="75796"/>
                    <a:pt x="470371" y="71263"/>
                  </a:cubicBezTo>
                  <a:cubicBezTo>
                    <a:pt x="470371" y="70196"/>
                    <a:pt x="470104" y="69396"/>
                    <a:pt x="469571" y="68863"/>
                  </a:cubicBezTo>
                  <a:cubicBezTo>
                    <a:pt x="447706" y="70996"/>
                    <a:pt x="426374" y="71529"/>
                    <a:pt x="405575" y="70463"/>
                  </a:cubicBezTo>
                  <a:cubicBezTo>
                    <a:pt x="401042" y="69396"/>
                    <a:pt x="400509" y="68329"/>
                    <a:pt x="403975" y="67263"/>
                  </a:cubicBezTo>
                  <a:cubicBezTo>
                    <a:pt x="429307" y="61930"/>
                    <a:pt x="451572" y="55064"/>
                    <a:pt x="470771" y="46664"/>
                  </a:cubicBezTo>
                  <a:cubicBezTo>
                    <a:pt x="489970" y="38265"/>
                    <a:pt x="503969" y="29665"/>
                    <a:pt x="512768" y="20866"/>
                  </a:cubicBezTo>
                  <a:cubicBezTo>
                    <a:pt x="513835" y="19532"/>
                    <a:pt x="515702" y="19266"/>
                    <a:pt x="518368" y="20066"/>
                  </a:cubicBezTo>
                  <a:close/>
                  <a:moveTo>
                    <a:pt x="48797" y="17666"/>
                  </a:moveTo>
                  <a:cubicBezTo>
                    <a:pt x="65329" y="22732"/>
                    <a:pt x="79995" y="30598"/>
                    <a:pt x="92794" y="41264"/>
                  </a:cubicBezTo>
                  <a:cubicBezTo>
                    <a:pt x="105593" y="51930"/>
                    <a:pt x="112793" y="67796"/>
                    <a:pt x="114393" y="88861"/>
                  </a:cubicBezTo>
                  <a:cubicBezTo>
                    <a:pt x="112793" y="104327"/>
                    <a:pt x="105593" y="113260"/>
                    <a:pt x="92794" y="115660"/>
                  </a:cubicBezTo>
                  <a:cubicBezTo>
                    <a:pt x="79995" y="118060"/>
                    <a:pt x="72795" y="108594"/>
                    <a:pt x="71195" y="87262"/>
                  </a:cubicBezTo>
                  <a:cubicBezTo>
                    <a:pt x="70929" y="75796"/>
                    <a:pt x="68329" y="63796"/>
                    <a:pt x="63396" y="51264"/>
                  </a:cubicBezTo>
                  <a:cubicBezTo>
                    <a:pt x="58463" y="38731"/>
                    <a:pt x="52797" y="28332"/>
                    <a:pt x="46397" y="20066"/>
                  </a:cubicBezTo>
                  <a:cubicBezTo>
                    <a:pt x="45597" y="18466"/>
                    <a:pt x="46397" y="17666"/>
                    <a:pt x="48797" y="17666"/>
                  </a:cubicBezTo>
                  <a:close/>
                  <a:moveTo>
                    <a:pt x="1895284" y="11866"/>
                  </a:moveTo>
                  <a:cubicBezTo>
                    <a:pt x="1897417" y="11466"/>
                    <a:pt x="1899750" y="12333"/>
                    <a:pt x="1902284" y="14466"/>
                  </a:cubicBezTo>
                  <a:lnTo>
                    <a:pt x="1927082" y="32865"/>
                  </a:lnTo>
                  <a:cubicBezTo>
                    <a:pt x="1933215" y="36065"/>
                    <a:pt x="1933748" y="40064"/>
                    <a:pt x="1928682" y="44864"/>
                  </a:cubicBezTo>
                  <a:lnTo>
                    <a:pt x="1921482" y="54464"/>
                  </a:lnTo>
                  <a:lnTo>
                    <a:pt x="1921482" y="110460"/>
                  </a:lnTo>
                  <a:cubicBezTo>
                    <a:pt x="1921216" y="113393"/>
                    <a:pt x="1921216" y="120393"/>
                    <a:pt x="1921482" y="131459"/>
                  </a:cubicBezTo>
                  <a:cubicBezTo>
                    <a:pt x="1921749" y="142525"/>
                    <a:pt x="1922282" y="152858"/>
                    <a:pt x="1923082" y="162457"/>
                  </a:cubicBezTo>
                  <a:cubicBezTo>
                    <a:pt x="1924416" y="176323"/>
                    <a:pt x="1916949" y="183256"/>
                    <a:pt x="1900684" y="183256"/>
                  </a:cubicBezTo>
                  <a:cubicBezTo>
                    <a:pt x="1892951" y="184589"/>
                    <a:pt x="1889218" y="182189"/>
                    <a:pt x="1889484" y="176056"/>
                  </a:cubicBezTo>
                  <a:lnTo>
                    <a:pt x="1889484" y="164857"/>
                  </a:lnTo>
                  <a:lnTo>
                    <a:pt x="1819889" y="164857"/>
                  </a:lnTo>
                  <a:cubicBezTo>
                    <a:pt x="1818822" y="164857"/>
                    <a:pt x="1816955" y="164857"/>
                    <a:pt x="1814289" y="164857"/>
                  </a:cubicBezTo>
                  <a:lnTo>
                    <a:pt x="1814289" y="173656"/>
                  </a:lnTo>
                  <a:cubicBezTo>
                    <a:pt x="1812423" y="181389"/>
                    <a:pt x="1804956" y="185922"/>
                    <a:pt x="1791890" y="187255"/>
                  </a:cubicBezTo>
                  <a:cubicBezTo>
                    <a:pt x="1781758" y="189655"/>
                    <a:pt x="1778025" y="185122"/>
                    <a:pt x="1780691" y="173656"/>
                  </a:cubicBezTo>
                  <a:cubicBezTo>
                    <a:pt x="1780958" y="166190"/>
                    <a:pt x="1781158" y="156524"/>
                    <a:pt x="1781291" y="144658"/>
                  </a:cubicBezTo>
                  <a:cubicBezTo>
                    <a:pt x="1781424" y="132792"/>
                    <a:pt x="1781491" y="123259"/>
                    <a:pt x="1781491" y="116060"/>
                  </a:cubicBezTo>
                  <a:lnTo>
                    <a:pt x="1781491" y="57663"/>
                  </a:lnTo>
                  <a:cubicBezTo>
                    <a:pt x="1781491" y="38198"/>
                    <a:pt x="1781224" y="26199"/>
                    <a:pt x="1780691" y="21666"/>
                  </a:cubicBezTo>
                  <a:cubicBezTo>
                    <a:pt x="1778025" y="14999"/>
                    <a:pt x="1778291" y="11800"/>
                    <a:pt x="1781491" y="12066"/>
                  </a:cubicBezTo>
                  <a:cubicBezTo>
                    <a:pt x="1785757" y="12599"/>
                    <a:pt x="1792290" y="14999"/>
                    <a:pt x="1801090" y="19266"/>
                  </a:cubicBezTo>
                  <a:cubicBezTo>
                    <a:pt x="1809889" y="23532"/>
                    <a:pt x="1816155" y="27532"/>
                    <a:pt x="1819889" y="31265"/>
                  </a:cubicBezTo>
                  <a:lnTo>
                    <a:pt x="1878285" y="31265"/>
                  </a:lnTo>
                  <a:lnTo>
                    <a:pt x="1889484" y="16866"/>
                  </a:lnTo>
                  <a:cubicBezTo>
                    <a:pt x="1891218" y="13933"/>
                    <a:pt x="1893151" y="12266"/>
                    <a:pt x="1895284" y="11866"/>
                  </a:cubicBezTo>
                  <a:close/>
                  <a:moveTo>
                    <a:pt x="241585" y="10466"/>
                  </a:moveTo>
                  <a:cubicBezTo>
                    <a:pt x="254384" y="15266"/>
                    <a:pt x="265050" y="20666"/>
                    <a:pt x="273583" y="26665"/>
                  </a:cubicBezTo>
                  <a:cubicBezTo>
                    <a:pt x="282116" y="32665"/>
                    <a:pt x="285849" y="37665"/>
                    <a:pt x="284782" y="41664"/>
                  </a:cubicBezTo>
                  <a:cubicBezTo>
                    <a:pt x="283182" y="45397"/>
                    <a:pt x="279183" y="47797"/>
                    <a:pt x="272783" y="48864"/>
                  </a:cubicBezTo>
                  <a:cubicBezTo>
                    <a:pt x="258917" y="68863"/>
                    <a:pt x="239985" y="95528"/>
                    <a:pt x="215987" y="128859"/>
                  </a:cubicBezTo>
                  <a:lnTo>
                    <a:pt x="269583" y="128859"/>
                  </a:lnTo>
                  <a:lnTo>
                    <a:pt x="277583" y="117660"/>
                  </a:lnTo>
                  <a:cubicBezTo>
                    <a:pt x="279716" y="111260"/>
                    <a:pt x="283982" y="111527"/>
                    <a:pt x="290382" y="118460"/>
                  </a:cubicBezTo>
                  <a:lnTo>
                    <a:pt x="318380" y="142458"/>
                  </a:lnTo>
                  <a:cubicBezTo>
                    <a:pt x="327446" y="150458"/>
                    <a:pt x="328513" y="154724"/>
                    <a:pt x="321580" y="155257"/>
                  </a:cubicBezTo>
                  <a:cubicBezTo>
                    <a:pt x="311181" y="155257"/>
                    <a:pt x="299981" y="157324"/>
                    <a:pt x="287982" y="161457"/>
                  </a:cubicBezTo>
                  <a:cubicBezTo>
                    <a:pt x="275983" y="165590"/>
                    <a:pt x="265584" y="173123"/>
                    <a:pt x="256784" y="184056"/>
                  </a:cubicBezTo>
                  <a:lnTo>
                    <a:pt x="252784" y="184056"/>
                  </a:lnTo>
                  <a:lnTo>
                    <a:pt x="267183" y="142458"/>
                  </a:lnTo>
                  <a:lnTo>
                    <a:pt x="53596" y="142458"/>
                  </a:lnTo>
                  <a:cubicBezTo>
                    <a:pt x="52263" y="142458"/>
                    <a:pt x="50663" y="142458"/>
                    <a:pt x="48797" y="142458"/>
                  </a:cubicBezTo>
                  <a:cubicBezTo>
                    <a:pt x="50130" y="148325"/>
                    <a:pt x="50663" y="156591"/>
                    <a:pt x="50397" y="167257"/>
                  </a:cubicBezTo>
                  <a:cubicBezTo>
                    <a:pt x="47997" y="188322"/>
                    <a:pt x="39997" y="200588"/>
                    <a:pt x="26398" y="204054"/>
                  </a:cubicBezTo>
                  <a:cubicBezTo>
                    <a:pt x="11732" y="206188"/>
                    <a:pt x="3466" y="201721"/>
                    <a:pt x="1600" y="190655"/>
                  </a:cubicBezTo>
                  <a:cubicBezTo>
                    <a:pt x="-267" y="179589"/>
                    <a:pt x="2400" y="169923"/>
                    <a:pt x="9599" y="161657"/>
                  </a:cubicBezTo>
                  <a:cubicBezTo>
                    <a:pt x="18665" y="152058"/>
                    <a:pt x="24198" y="142392"/>
                    <a:pt x="26198" y="132659"/>
                  </a:cubicBezTo>
                  <a:cubicBezTo>
                    <a:pt x="28198" y="122926"/>
                    <a:pt x="29065" y="113393"/>
                    <a:pt x="28798" y="104061"/>
                  </a:cubicBezTo>
                  <a:cubicBezTo>
                    <a:pt x="28798" y="101394"/>
                    <a:pt x="29598" y="101394"/>
                    <a:pt x="31198" y="104061"/>
                  </a:cubicBezTo>
                  <a:cubicBezTo>
                    <a:pt x="35731" y="111260"/>
                    <a:pt x="39997" y="119526"/>
                    <a:pt x="43997" y="128859"/>
                  </a:cubicBezTo>
                  <a:lnTo>
                    <a:pt x="204787" y="128859"/>
                  </a:lnTo>
                  <a:cubicBezTo>
                    <a:pt x="221853" y="84062"/>
                    <a:pt x="232519" y="45931"/>
                    <a:pt x="236785" y="14466"/>
                  </a:cubicBezTo>
                  <a:cubicBezTo>
                    <a:pt x="237052" y="10466"/>
                    <a:pt x="238652" y="9133"/>
                    <a:pt x="241585" y="10466"/>
                  </a:cubicBezTo>
                  <a:close/>
                  <a:moveTo>
                    <a:pt x="2251862" y="8066"/>
                  </a:moveTo>
                  <a:cubicBezTo>
                    <a:pt x="2259062" y="8333"/>
                    <a:pt x="2268528" y="9866"/>
                    <a:pt x="2280260" y="12666"/>
                  </a:cubicBezTo>
                  <a:cubicBezTo>
                    <a:pt x="2291993" y="15466"/>
                    <a:pt x="2298526" y="18732"/>
                    <a:pt x="2299859" y="22466"/>
                  </a:cubicBezTo>
                  <a:cubicBezTo>
                    <a:pt x="2299059" y="27532"/>
                    <a:pt x="2296659" y="31265"/>
                    <a:pt x="2292660" y="33665"/>
                  </a:cubicBezTo>
                  <a:lnTo>
                    <a:pt x="2292660" y="187255"/>
                  </a:lnTo>
                  <a:lnTo>
                    <a:pt x="2313458" y="187255"/>
                  </a:lnTo>
                  <a:lnTo>
                    <a:pt x="2331857" y="168057"/>
                  </a:lnTo>
                  <a:cubicBezTo>
                    <a:pt x="2335591" y="162457"/>
                    <a:pt x="2339323" y="162457"/>
                    <a:pt x="2343057" y="168057"/>
                  </a:cubicBezTo>
                  <a:lnTo>
                    <a:pt x="2366255" y="187255"/>
                  </a:lnTo>
                  <a:cubicBezTo>
                    <a:pt x="2377188" y="197921"/>
                    <a:pt x="2377455" y="202455"/>
                    <a:pt x="2367055" y="200855"/>
                  </a:cubicBezTo>
                  <a:lnTo>
                    <a:pt x="2292660" y="200855"/>
                  </a:lnTo>
                  <a:lnTo>
                    <a:pt x="2292660" y="339246"/>
                  </a:lnTo>
                  <a:cubicBezTo>
                    <a:pt x="2292393" y="340579"/>
                    <a:pt x="2292326" y="346712"/>
                    <a:pt x="2292460" y="357645"/>
                  </a:cubicBezTo>
                  <a:cubicBezTo>
                    <a:pt x="2292593" y="368578"/>
                    <a:pt x="2292926" y="379110"/>
                    <a:pt x="2293460" y="389243"/>
                  </a:cubicBezTo>
                  <a:cubicBezTo>
                    <a:pt x="2293993" y="402842"/>
                    <a:pt x="2284660" y="409775"/>
                    <a:pt x="2265461" y="410042"/>
                  </a:cubicBezTo>
                  <a:cubicBezTo>
                    <a:pt x="2256129" y="411108"/>
                    <a:pt x="2251596" y="408709"/>
                    <a:pt x="2251862" y="402842"/>
                  </a:cubicBezTo>
                  <a:lnTo>
                    <a:pt x="2251862" y="200855"/>
                  </a:lnTo>
                  <a:lnTo>
                    <a:pt x="2180667" y="200855"/>
                  </a:lnTo>
                  <a:lnTo>
                    <a:pt x="2180667" y="218454"/>
                  </a:lnTo>
                  <a:cubicBezTo>
                    <a:pt x="2179867" y="264584"/>
                    <a:pt x="2167867" y="304515"/>
                    <a:pt x="2144669" y="338246"/>
                  </a:cubicBezTo>
                  <a:cubicBezTo>
                    <a:pt x="2121470" y="371978"/>
                    <a:pt x="2091872" y="393510"/>
                    <a:pt x="2055874" y="402842"/>
                  </a:cubicBezTo>
                  <a:cubicBezTo>
                    <a:pt x="2050808" y="402576"/>
                    <a:pt x="2049741" y="400709"/>
                    <a:pt x="2052674" y="397243"/>
                  </a:cubicBezTo>
                  <a:cubicBezTo>
                    <a:pt x="2083606" y="381244"/>
                    <a:pt x="2106671" y="357245"/>
                    <a:pt x="2121870" y="325247"/>
                  </a:cubicBezTo>
                  <a:cubicBezTo>
                    <a:pt x="2137069" y="293249"/>
                    <a:pt x="2144669" y="257651"/>
                    <a:pt x="2144669" y="218454"/>
                  </a:cubicBezTo>
                  <a:lnTo>
                    <a:pt x="2144669" y="200855"/>
                  </a:lnTo>
                  <a:lnTo>
                    <a:pt x="2073473" y="200855"/>
                  </a:lnTo>
                  <a:cubicBezTo>
                    <a:pt x="2068940" y="200321"/>
                    <a:pt x="2064140" y="201655"/>
                    <a:pt x="2059074" y="204854"/>
                  </a:cubicBezTo>
                  <a:lnTo>
                    <a:pt x="2047875" y="187255"/>
                  </a:lnTo>
                  <a:lnTo>
                    <a:pt x="2144669" y="187255"/>
                  </a:lnTo>
                  <a:lnTo>
                    <a:pt x="2144669" y="110460"/>
                  </a:lnTo>
                  <a:cubicBezTo>
                    <a:pt x="2144669" y="100594"/>
                    <a:pt x="2144669" y="90995"/>
                    <a:pt x="2144669" y="81662"/>
                  </a:cubicBezTo>
                  <a:cubicBezTo>
                    <a:pt x="2115870" y="89395"/>
                    <a:pt x="2086272" y="95794"/>
                    <a:pt x="2055874" y="100861"/>
                  </a:cubicBezTo>
                  <a:cubicBezTo>
                    <a:pt x="2050808" y="100861"/>
                    <a:pt x="2049741" y="99261"/>
                    <a:pt x="2052674" y="96061"/>
                  </a:cubicBezTo>
                  <a:cubicBezTo>
                    <a:pt x="2101471" y="78195"/>
                    <a:pt x="2144669" y="50197"/>
                    <a:pt x="2182266" y="12066"/>
                  </a:cubicBezTo>
                  <a:cubicBezTo>
                    <a:pt x="2183866" y="8866"/>
                    <a:pt x="2186000" y="8066"/>
                    <a:pt x="2188666" y="9666"/>
                  </a:cubicBezTo>
                  <a:cubicBezTo>
                    <a:pt x="2195866" y="13933"/>
                    <a:pt x="2204599" y="20066"/>
                    <a:pt x="2214864" y="28065"/>
                  </a:cubicBezTo>
                  <a:cubicBezTo>
                    <a:pt x="2225130" y="36065"/>
                    <a:pt x="2230797" y="42464"/>
                    <a:pt x="2231863" y="47264"/>
                  </a:cubicBezTo>
                  <a:cubicBezTo>
                    <a:pt x="2233463" y="50464"/>
                    <a:pt x="2228397" y="52330"/>
                    <a:pt x="2216664" y="52864"/>
                  </a:cubicBezTo>
                  <a:lnTo>
                    <a:pt x="2214264" y="53664"/>
                  </a:lnTo>
                  <a:cubicBezTo>
                    <a:pt x="2206532" y="58463"/>
                    <a:pt x="2193999" y="63530"/>
                    <a:pt x="2176667" y="68863"/>
                  </a:cubicBezTo>
                  <a:cubicBezTo>
                    <a:pt x="2184133" y="72063"/>
                    <a:pt x="2188133" y="74729"/>
                    <a:pt x="2188666" y="76862"/>
                  </a:cubicBezTo>
                  <a:cubicBezTo>
                    <a:pt x="2187866" y="82195"/>
                    <a:pt x="2185200" y="85928"/>
                    <a:pt x="2180667" y="88062"/>
                  </a:cubicBezTo>
                  <a:lnTo>
                    <a:pt x="2180667" y="187255"/>
                  </a:lnTo>
                  <a:lnTo>
                    <a:pt x="2251862" y="187255"/>
                  </a:lnTo>
                  <a:lnTo>
                    <a:pt x="2251862" y="52864"/>
                  </a:lnTo>
                  <a:cubicBezTo>
                    <a:pt x="2251862" y="33932"/>
                    <a:pt x="2251596" y="22199"/>
                    <a:pt x="2251062" y="17666"/>
                  </a:cubicBezTo>
                  <a:cubicBezTo>
                    <a:pt x="2249196" y="10466"/>
                    <a:pt x="2249462" y="7266"/>
                    <a:pt x="2251862" y="8066"/>
                  </a:cubicBezTo>
                  <a:close/>
                  <a:moveTo>
                    <a:pt x="1311920" y="7266"/>
                  </a:moveTo>
                  <a:cubicBezTo>
                    <a:pt x="1321252" y="8866"/>
                    <a:pt x="1331652" y="12333"/>
                    <a:pt x="1343118" y="17666"/>
                  </a:cubicBezTo>
                  <a:cubicBezTo>
                    <a:pt x="1354584" y="22999"/>
                    <a:pt x="1361250" y="31532"/>
                    <a:pt x="1363117" y="43264"/>
                  </a:cubicBezTo>
                  <a:cubicBezTo>
                    <a:pt x="1362317" y="56863"/>
                    <a:pt x="1356384" y="64596"/>
                    <a:pt x="1345318" y="66463"/>
                  </a:cubicBezTo>
                  <a:cubicBezTo>
                    <a:pt x="1334252" y="68329"/>
                    <a:pt x="1327385" y="62196"/>
                    <a:pt x="1324719" y="48064"/>
                  </a:cubicBezTo>
                  <a:cubicBezTo>
                    <a:pt x="1324452" y="35531"/>
                    <a:pt x="1319919" y="23265"/>
                    <a:pt x="1311120" y="11266"/>
                  </a:cubicBezTo>
                  <a:cubicBezTo>
                    <a:pt x="1309253" y="8866"/>
                    <a:pt x="1309520" y="7533"/>
                    <a:pt x="1311920" y="7266"/>
                  </a:cubicBezTo>
                  <a:close/>
                  <a:moveTo>
                    <a:pt x="1423513" y="5467"/>
                  </a:moveTo>
                  <a:cubicBezTo>
                    <a:pt x="1424313" y="5067"/>
                    <a:pt x="1425513" y="5133"/>
                    <a:pt x="1427113" y="5667"/>
                  </a:cubicBezTo>
                  <a:cubicBezTo>
                    <a:pt x="1454044" y="14199"/>
                    <a:pt x="1467377" y="21932"/>
                    <a:pt x="1467110" y="28865"/>
                  </a:cubicBezTo>
                  <a:cubicBezTo>
                    <a:pt x="1464977" y="32065"/>
                    <a:pt x="1462844" y="33932"/>
                    <a:pt x="1460711" y="34465"/>
                  </a:cubicBezTo>
                  <a:lnTo>
                    <a:pt x="1451911" y="36865"/>
                  </a:lnTo>
                  <a:cubicBezTo>
                    <a:pt x="1444445" y="49664"/>
                    <a:pt x="1435379" y="62463"/>
                    <a:pt x="1424713" y="75262"/>
                  </a:cubicBezTo>
                  <a:lnTo>
                    <a:pt x="1483909" y="75262"/>
                  </a:lnTo>
                  <a:lnTo>
                    <a:pt x="1497508" y="57663"/>
                  </a:lnTo>
                  <a:cubicBezTo>
                    <a:pt x="1500175" y="52330"/>
                    <a:pt x="1504441" y="52597"/>
                    <a:pt x="1510308" y="58463"/>
                  </a:cubicBezTo>
                  <a:lnTo>
                    <a:pt x="1529506" y="76862"/>
                  </a:lnTo>
                  <a:cubicBezTo>
                    <a:pt x="1539372" y="86995"/>
                    <a:pt x="1539639" y="90995"/>
                    <a:pt x="1530306" y="88861"/>
                  </a:cubicBezTo>
                  <a:lnTo>
                    <a:pt x="1405514" y="88861"/>
                  </a:lnTo>
                  <a:cubicBezTo>
                    <a:pt x="1403381" y="89928"/>
                    <a:pt x="1400448" y="91261"/>
                    <a:pt x="1396714" y="92861"/>
                  </a:cubicBezTo>
                  <a:cubicBezTo>
                    <a:pt x="1396981" y="106194"/>
                    <a:pt x="1396181" y="118193"/>
                    <a:pt x="1394315" y="128859"/>
                  </a:cubicBezTo>
                  <a:lnTo>
                    <a:pt x="1462310" y="128859"/>
                  </a:lnTo>
                  <a:lnTo>
                    <a:pt x="1475910" y="112060"/>
                  </a:lnTo>
                  <a:cubicBezTo>
                    <a:pt x="1478843" y="106460"/>
                    <a:pt x="1482576" y="106460"/>
                    <a:pt x="1487109" y="112060"/>
                  </a:cubicBezTo>
                  <a:lnTo>
                    <a:pt x="1505508" y="129659"/>
                  </a:lnTo>
                  <a:cubicBezTo>
                    <a:pt x="1514574" y="140058"/>
                    <a:pt x="1514574" y="144325"/>
                    <a:pt x="1505508" y="142458"/>
                  </a:cubicBezTo>
                  <a:lnTo>
                    <a:pt x="1392715" y="142458"/>
                  </a:lnTo>
                  <a:cubicBezTo>
                    <a:pt x="1390048" y="156857"/>
                    <a:pt x="1385782" y="170457"/>
                    <a:pt x="1379915" y="183256"/>
                  </a:cubicBezTo>
                  <a:lnTo>
                    <a:pt x="1491109" y="183256"/>
                  </a:lnTo>
                  <a:lnTo>
                    <a:pt x="1503108" y="166457"/>
                  </a:lnTo>
                  <a:cubicBezTo>
                    <a:pt x="1506574" y="159790"/>
                    <a:pt x="1510841" y="159524"/>
                    <a:pt x="1515907" y="165657"/>
                  </a:cubicBezTo>
                  <a:lnTo>
                    <a:pt x="1535906" y="184856"/>
                  </a:lnTo>
                  <a:cubicBezTo>
                    <a:pt x="1544172" y="193388"/>
                    <a:pt x="1543372" y="197122"/>
                    <a:pt x="1533506" y="196055"/>
                  </a:cubicBezTo>
                  <a:lnTo>
                    <a:pt x="1426313" y="196055"/>
                  </a:lnTo>
                  <a:cubicBezTo>
                    <a:pt x="1441778" y="217387"/>
                    <a:pt x="1460711" y="233186"/>
                    <a:pt x="1483109" y="243452"/>
                  </a:cubicBezTo>
                  <a:cubicBezTo>
                    <a:pt x="1505508" y="253718"/>
                    <a:pt x="1528973" y="260584"/>
                    <a:pt x="1553505" y="264051"/>
                  </a:cubicBezTo>
                  <a:cubicBezTo>
                    <a:pt x="1557238" y="266184"/>
                    <a:pt x="1557505" y="267784"/>
                    <a:pt x="1554305" y="268851"/>
                  </a:cubicBezTo>
                  <a:cubicBezTo>
                    <a:pt x="1543372" y="272850"/>
                    <a:pt x="1533239" y="280316"/>
                    <a:pt x="1523907" y="291249"/>
                  </a:cubicBezTo>
                  <a:cubicBezTo>
                    <a:pt x="1519640" y="297649"/>
                    <a:pt x="1515374" y="299515"/>
                    <a:pt x="1511107" y="296849"/>
                  </a:cubicBezTo>
                  <a:cubicBezTo>
                    <a:pt x="1495108" y="292049"/>
                    <a:pt x="1478309" y="282716"/>
                    <a:pt x="1460711" y="268851"/>
                  </a:cubicBezTo>
                  <a:cubicBezTo>
                    <a:pt x="1459111" y="271250"/>
                    <a:pt x="1457511" y="272850"/>
                    <a:pt x="1455911" y="273650"/>
                  </a:cubicBezTo>
                  <a:lnTo>
                    <a:pt x="1455911" y="339246"/>
                  </a:lnTo>
                  <a:cubicBezTo>
                    <a:pt x="1455644" y="341379"/>
                    <a:pt x="1455578" y="348046"/>
                    <a:pt x="1455711" y="359245"/>
                  </a:cubicBezTo>
                  <a:cubicBezTo>
                    <a:pt x="1455844" y="370444"/>
                    <a:pt x="1456178" y="380977"/>
                    <a:pt x="1456711" y="390843"/>
                  </a:cubicBezTo>
                  <a:cubicBezTo>
                    <a:pt x="1457777" y="403909"/>
                    <a:pt x="1449778" y="410309"/>
                    <a:pt x="1432712" y="410042"/>
                  </a:cubicBezTo>
                  <a:cubicBezTo>
                    <a:pt x="1426046" y="410842"/>
                    <a:pt x="1422580" y="408975"/>
                    <a:pt x="1422313" y="404442"/>
                  </a:cubicBezTo>
                  <a:lnTo>
                    <a:pt x="1422313" y="290449"/>
                  </a:lnTo>
                  <a:cubicBezTo>
                    <a:pt x="1422313" y="270717"/>
                    <a:pt x="1422046" y="259251"/>
                    <a:pt x="1421513" y="256051"/>
                  </a:cubicBezTo>
                  <a:cubicBezTo>
                    <a:pt x="1418580" y="249385"/>
                    <a:pt x="1418846" y="245919"/>
                    <a:pt x="1422313" y="245652"/>
                  </a:cubicBezTo>
                  <a:cubicBezTo>
                    <a:pt x="1427646" y="246719"/>
                    <a:pt x="1435912" y="249652"/>
                    <a:pt x="1447111" y="254451"/>
                  </a:cubicBezTo>
                  <a:cubicBezTo>
                    <a:pt x="1432712" y="237386"/>
                    <a:pt x="1422313" y="217920"/>
                    <a:pt x="1415913" y="196055"/>
                  </a:cubicBezTo>
                  <a:lnTo>
                    <a:pt x="1375116" y="196055"/>
                  </a:lnTo>
                  <a:cubicBezTo>
                    <a:pt x="1367383" y="211521"/>
                    <a:pt x="1358583" y="225653"/>
                    <a:pt x="1348717" y="238452"/>
                  </a:cubicBezTo>
                  <a:cubicBezTo>
                    <a:pt x="1363650" y="240586"/>
                    <a:pt x="1372183" y="245119"/>
                    <a:pt x="1374316" y="252052"/>
                  </a:cubicBezTo>
                  <a:cubicBezTo>
                    <a:pt x="1372983" y="254718"/>
                    <a:pt x="1369783" y="257651"/>
                    <a:pt x="1364716" y="260851"/>
                  </a:cubicBezTo>
                  <a:lnTo>
                    <a:pt x="1364716" y="294449"/>
                  </a:lnTo>
                  <a:cubicBezTo>
                    <a:pt x="1363383" y="333380"/>
                    <a:pt x="1350851" y="362778"/>
                    <a:pt x="1327119" y="382644"/>
                  </a:cubicBezTo>
                  <a:cubicBezTo>
                    <a:pt x="1303387" y="402509"/>
                    <a:pt x="1276189" y="411375"/>
                    <a:pt x="1245524" y="409242"/>
                  </a:cubicBezTo>
                  <a:cubicBezTo>
                    <a:pt x="1244724" y="408442"/>
                    <a:pt x="1244724" y="407642"/>
                    <a:pt x="1245524" y="406842"/>
                  </a:cubicBezTo>
                  <a:cubicBezTo>
                    <a:pt x="1268456" y="402309"/>
                    <a:pt x="1288588" y="389643"/>
                    <a:pt x="1305920" y="368844"/>
                  </a:cubicBezTo>
                  <a:cubicBezTo>
                    <a:pt x="1323252" y="348046"/>
                    <a:pt x="1332185" y="323247"/>
                    <a:pt x="1332718" y="294449"/>
                  </a:cubicBezTo>
                  <a:lnTo>
                    <a:pt x="1332718" y="280850"/>
                  </a:lnTo>
                  <a:cubicBezTo>
                    <a:pt x="1332718" y="270184"/>
                    <a:pt x="1332718" y="261918"/>
                    <a:pt x="1332718" y="256051"/>
                  </a:cubicBezTo>
                  <a:cubicBezTo>
                    <a:pt x="1304720" y="280583"/>
                    <a:pt x="1272722" y="295516"/>
                    <a:pt x="1236724" y="300849"/>
                  </a:cubicBezTo>
                  <a:cubicBezTo>
                    <a:pt x="1231391" y="300582"/>
                    <a:pt x="1230591" y="299515"/>
                    <a:pt x="1234324" y="297649"/>
                  </a:cubicBezTo>
                  <a:cubicBezTo>
                    <a:pt x="1281788" y="278717"/>
                    <a:pt x="1316986" y="244852"/>
                    <a:pt x="1339918" y="196055"/>
                  </a:cubicBezTo>
                  <a:lnTo>
                    <a:pt x="1257523" y="196055"/>
                  </a:lnTo>
                  <a:cubicBezTo>
                    <a:pt x="1253790" y="195255"/>
                    <a:pt x="1248990" y="196855"/>
                    <a:pt x="1243124" y="200855"/>
                  </a:cubicBezTo>
                  <a:lnTo>
                    <a:pt x="1231925" y="183256"/>
                  </a:lnTo>
                  <a:lnTo>
                    <a:pt x="1345518" y="183256"/>
                  </a:lnTo>
                  <a:cubicBezTo>
                    <a:pt x="1350317" y="170457"/>
                    <a:pt x="1354317" y="156857"/>
                    <a:pt x="1357517" y="142458"/>
                  </a:cubicBezTo>
                  <a:lnTo>
                    <a:pt x="1279122" y="142458"/>
                  </a:lnTo>
                  <a:cubicBezTo>
                    <a:pt x="1275389" y="141925"/>
                    <a:pt x="1270589" y="143258"/>
                    <a:pt x="1264723" y="146458"/>
                  </a:cubicBezTo>
                  <a:lnTo>
                    <a:pt x="1254323" y="128859"/>
                  </a:lnTo>
                  <a:lnTo>
                    <a:pt x="1359117" y="128859"/>
                  </a:lnTo>
                  <a:cubicBezTo>
                    <a:pt x="1360983" y="116860"/>
                    <a:pt x="1361783" y="103527"/>
                    <a:pt x="1361517" y="88861"/>
                  </a:cubicBezTo>
                  <a:lnTo>
                    <a:pt x="1264723" y="88861"/>
                  </a:lnTo>
                  <a:cubicBezTo>
                    <a:pt x="1260989" y="88328"/>
                    <a:pt x="1256190" y="89661"/>
                    <a:pt x="1250323" y="92861"/>
                  </a:cubicBezTo>
                  <a:lnTo>
                    <a:pt x="1239924" y="75262"/>
                  </a:lnTo>
                  <a:lnTo>
                    <a:pt x="1405514" y="75262"/>
                  </a:lnTo>
                  <a:cubicBezTo>
                    <a:pt x="1414313" y="54997"/>
                    <a:pt x="1419913" y="32598"/>
                    <a:pt x="1422313" y="8066"/>
                  </a:cubicBezTo>
                  <a:cubicBezTo>
                    <a:pt x="1422313" y="6733"/>
                    <a:pt x="1422713" y="5867"/>
                    <a:pt x="1423513" y="5467"/>
                  </a:cubicBezTo>
                  <a:close/>
                  <a:moveTo>
                    <a:pt x="1688697" y="4067"/>
                  </a:moveTo>
                  <a:cubicBezTo>
                    <a:pt x="1694830" y="4333"/>
                    <a:pt x="1702962" y="5467"/>
                    <a:pt x="1713095" y="7466"/>
                  </a:cubicBezTo>
                  <a:cubicBezTo>
                    <a:pt x="1723228" y="9466"/>
                    <a:pt x="1728961" y="12066"/>
                    <a:pt x="1730294" y="15266"/>
                  </a:cubicBezTo>
                  <a:cubicBezTo>
                    <a:pt x="1728961" y="20332"/>
                    <a:pt x="1725761" y="23799"/>
                    <a:pt x="1720695" y="25665"/>
                  </a:cubicBezTo>
                  <a:lnTo>
                    <a:pt x="1720695" y="106460"/>
                  </a:lnTo>
                  <a:lnTo>
                    <a:pt x="1725494" y="106460"/>
                  </a:lnTo>
                  <a:lnTo>
                    <a:pt x="1735894" y="92061"/>
                  </a:lnTo>
                  <a:cubicBezTo>
                    <a:pt x="1738294" y="86728"/>
                    <a:pt x="1742027" y="86462"/>
                    <a:pt x="1747093" y="91261"/>
                  </a:cubicBezTo>
                  <a:lnTo>
                    <a:pt x="1764692" y="107260"/>
                  </a:lnTo>
                  <a:cubicBezTo>
                    <a:pt x="1773491" y="117126"/>
                    <a:pt x="1773225" y="121393"/>
                    <a:pt x="1763892" y="120060"/>
                  </a:cubicBezTo>
                  <a:lnTo>
                    <a:pt x="1720695" y="120060"/>
                  </a:lnTo>
                  <a:lnTo>
                    <a:pt x="1720695" y="175256"/>
                  </a:lnTo>
                  <a:cubicBezTo>
                    <a:pt x="1736960" y="168323"/>
                    <a:pt x="1753226" y="159790"/>
                    <a:pt x="1769492" y="149658"/>
                  </a:cubicBezTo>
                  <a:cubicBezTo>
                    <a:pt x="1772692" y="149658"/>
                    <a:pt x="1772692" y="150724"/>
                    <a:pt x="1769492" y="152858"/>
                  </a:cubicBezTo>
                  <a:cubicBezTo>
                    <a:pt x="1750826" y="170990"/>
                    <a:pt x="1734560" y="186722"/>
                    <a:pt x="1720695" y="200055"/>
                  </a:cubicBezTo>
                  <a:lnTo>
                    <a:pt x="1720695" y="272050"/>
                  </a:lnTo>
                  <a:cubicBezTo>
                    <a:pt x="1720695" y="316848"/>
                    <a:pt x="1721228" y="348179"/>
                    <a:pt x="1722295" y="366045"/>
                  </a:cubicBezTo>
                  <a:cubicBezTo>
                    <a:pt x="1720161" y="390043"/>
                    <a:pt x="1706562" y="403376"/>
                    <a:pt x="1681497" y="406042"/>
                  </a:cubicBezTo>
                  <a:cubicBezTo>
                    <a:pt x="1678831" y="406309"/>
                    <a:pt x="1677497" y="405509"/>
                    <a:pt x="1677497" y="403642"/>
                  </a:cubicBezTo>
                  <a:cubicBezTo>
                    <a:pt x="1674831" y="394843"/>
                    <a:pt x="1671098" y="388043"/>
                    <a:pt x="1666298" y="383244"/>
                  </a:cubicBezTo>
                  <a:cubicBezTo>
                    <a:pt x="1661498" y="378444"/>
                    <a:pt x="1653765" y="374044"/>
                    <a:pt x="1643099" y="370044"/>
                  </a:cubicBezTo>
                  <a:cubicBezTo>
                    <a:pt x="1640966" y="368178"/>
                    <a:pt x="1641233" y="366845"/>
                    <a:pt x="1643899" y="366045"/>
                  </a:cubicBezTo>
                  <a:cubicBezTo>
                    <a:pt x="1665231" y="366578"/>
                    <a:pt x="1678231" y="365578"/>
                    <a:pt x="1682897" y="363045"/>
                  </a:cubicBezTo>
                  <a:cubicBezTo>
                    <a:pt x="1687563" y="360512"/>
                    <a:pt x="1689497" y="356579"/>
                    <a:pt x="1688697" y="351245"/>
                  </a:cubicBezTo>
                  <a:lnTo>
                    <a:pt x="1688697" y="228053"/>
                  </a:lnTo>
                  <a:cubicBezTo>
                    <a:pt x="1675364" y="240586"/>
                    <a:pt x="1663365" y="253385"/>
                    <a:pt x="1652699" y="266451"/>
                  </a:cubicBezTo>
                  <a:cubicBezTo>
                    <a:pt x="1651632" y="268584"/>
                    <a:pt x="1650566" y="268584"/>
                    <a:pt x="1649499" y="266451"/>
                  </a:cubicBezTo>
                  <a:lnTo>
                    <a:pt x="1635100" y="212854"/>
                  </a:lnTo>
                  <a:cubicBezTo>
                    <a:pt x="1634300" y="209921"/>
                    <a:pt x="1634833" y="208054"/>
                    <a:pt x="1636700" y="207254"/>
                  </a:cubicBezTo>
                  <a:cubicBezTo>
                    <a:pt x="1651899" y="204588"/>
                    <a:pt x="1669231" y="198721"/>
                    <a:pt x="1688697" y="189655"/>
                  </a:cubicBezTo>
                  <a:lnTo>
                    <a:pt x="1688697" y="120060"/>
                  </a:lnTo>
                  <a:lnTo>
                    <a:pt x="1663898" y="120060"/>
                  </a:lnTo>
                  <a:cubicBezTo>
                    <a:pt x="1659098" y="119526"/>
                    <a:pt x="1654299" y="120860"/>
                    <a:pt x="1649499" y="124059"/>
                  </a:cubicBezTo>
                  <a:lnTo>
                    <a:pt x="1638300" y="106460"/>
                  </a:lnTo>
                  <a:lnTo>
                    <a:pt x="1688697" y="106460"/>
                  </a:lnTo>
                  <a:lnTo>
                    <a:pt x="1688697" y="48864"/>
                  </a:lnTo>
                  <a:cubicBezTo>
                    <a:pt x="1688963" y="30198"/>
                    <a:pt x="1688430" y="17932"/>
                    <a:pt x="1687097" y="12066"/>
                  </a:cubicBezTo>
                  <a:cubicBezTo>
                    <a:pt x="1685230" y="6200"/>
                    <a:pt x="1685763" y="3533"/>
                    <a:pt x="1688697" y="4067"/>
                  </a:cubicBezTo>
                  <a:close/>
                  <a:moveTo>
                    <a:pt x="635961" y="4067"/>
                  </a:moveTo>
                  <a:cubicBezTo>
                    <a:pt x="642094" y="4333"/>
                    <a:pt x="650493" y="5667"/>
                    <a:pt x="661159" y="8066"/>
                  </a:cubicBezTo>
                  <a:cubicBezTo>
                    <a:pt x="671825" y="10466"/>
                    <a:pt x="677825" y="13666"/>
                    <a:pt x="679158" y="17666"/>
                  </a:cubicBezTo>
                  <a:cubicBezTo>
                    <a:pt x="678358" y="22199"/>
                    <a:pt x="675958" y="25399"/>
                    <a:pt x="671959" y="27265"/>
                  </a:cubicBezTo>
                  <a:lnTo>
                    <a:pt x="671959" y="249652"/>
                  </a:lnTo>
                  <a:lnTo>
                    <a:pt x="686358" y="244852"/>
                  </a:lnTo>
                  <a:lnTo>
                    <a:pt x="698357" y="220053"/>
                  </a:lnTo>
                  <a:cubicBezTo>
                    <a:pt x="700224" y="214720"/>
                    <a:pt x="703424" y="214187"/>
                    <a:pt x="707956" y="218454"/>
                  </a:cubicBezTo>
                  <a:lnTo>
                    <a:pt x="731155" y="233653"/>
                  </a:lnTo>
                  <a:cubicBezTo>
                    <a:pt x="742621" y="240319"/>
                    <a:pt x="743421" y="244052"/>
                    <a:pt x="733555" y="244852"/>
                  </a:cubicBezTo>
                  <a:lnTo>
                    <a:pt x="671959" y="262451"/>
                  </a:lnTo>
                  <a:lnTo>
                    <a:pt x="671959" y="339246"/>
                  </a:lnTo>
                  <a:cubicBezTo>
                    <a:pt x="671692" y="341113"/>
                    <a:pt x="671625" y="347579"/>
                    <a:pt x="671759" y="358645"/>
                  </a:cubicBezTo>
                  <a:cubicBezTo>
                    <a:pt x="671892" y="369711"/>
                    <a:pt x="672225" y="380177"/>
                    <a:pt x="672759" y="390043"/>
                  </a:cubicBezTo>
                  <a:cubicBezTo>
                    <a:pt x="673825" y="403376"/>
                    <a:pt x="665026" y="410042"/>
                    <a:pt x="646360" y="410042"/>
                  </a:cubicBezTo>
                  <a:cubicBezTo>
                    <a:pt x="639161" y="411108"/>
                    <a:pt x="635694" y="408975"/>
                    <a:pt x="635961" y="403642"/>
                  </a:cubicBezTo>
                  <a:lnTo>
                    <a:pt x="635961" y="272050"/>
                  </a:lnTo>
                  <a:lnTo>
                    <a:pt x="542367" y="300049"/>
                  </a:lnTo>
                  <a:cubicBezTo>
                    <a:pt x="537300" y="302182"/>
                    <a:pt x="533567" y="304582"/>
                    <a:pt x="531167" y="307248"/>
                  </a:cubicBezTo>
                  <a:lnTo>
                    <a:pt x="515968" y="292849"/>
                  </a:lnTo>
                  <a:lnTo>
                    <a:pt x="635961" y="258451"/>
                  </a:lnTo>
                  <a:lnTo>
                    <a:pt x="635961" y="48864"/>
                  </a:lnTo>
                  <a:cubicBezTo>
                    <a:pt x="635428" y="30198"/>
                    <a:pt x="634628" y="17932"/>
                    <a:pt x="633561" y="12066"/>
                  </a:cubicBezTo>
                  <a:cubicBezTo>
                    <a:pt x="631428" y="6200"/>
                    <a:pt x="632228" y="3533"/>
                    <a:pt x="635961" y="4067"/>
                  </a:cubicBezTo>
                  <a:close/>
                  <a:moveTo>
                    <a:pt x="123192" y="4067"/>
                  </a:moveTo>
                  <a:cubicBezTo>
                    <a:pt x="137058" y="11000"/>
                    <a:pt x="149924" y="19399"/>
                    <a:pt x="161790" y="29265"/>
                  </a:cubicBezTo>
                  <a:cubicBezTo>
                    <a:pt x="173656" y="39131"/>
                    <a:pt x="182122" y="52864"/>
                    <a:pt x="187188" y="70463"/>
                  </a:cubicBezTo>
                  <a:cubicBezTo>
                    <a:pt x="189322" y="89928"/>
                    <a:pt x="183389" y="101261"/>
                    <a:pt x="169389" y="104461"/>
                  </a:cubicBezTo>
                  <a:cubicBezTo>
                    <a:pt x="155390" y="107660"/>
                    <a:pt x="146924" y="99261"/>
                    <a:pt x="143991" y="79262"/>
                  </a:cubicBezTo>
                  <a:cubicBezTo>
                    <a:pt x="141591" y="49131"/>
                    <a:pt x="134125" y="24865"/>
                    <a:pt x="121592" y="6467"/>
                  </a:cubicBezTo>
                  <a:cubicBezTo>
                    <a:pt x="120792" y="4867"/>
                    <a:pt x="121326" y="4067"/>
                    <a:pt x="123192" y="4067"/>
                  </a:cubicBezTo>
                  <a:close/>
                  <a:moveTo>
                    <a:pt x="959141" y="67"/>
                  </a:moveTo>
                  <a:cubicBezTo>
                    <a:pt x="965541" y="334"/>
                    <a:pt x="974273" y="1667"/>
                    <a:pt x="985339" y="4067"/>
                  </a:cubicBezTo>
                  <a:cubicBezTo>
                    <a:pt x="996406" y="6467"/>
                    <a:pt x="1002605" y="9666"/>
                    <a:pt x="1003938" y="13666"/>
                  </a:cubicBezTo>
                  <a:cubicBezTo>
                    <a:pt x="1003405" y="18199"/>
                    <a:pt x="1000472" y="21399"/>
                    <a:pt x="995139" y="23265"/>
                  </a:cubicBezTo>
                  <a:lnTo>
                    <a:pt x="995139" y="48864"/>
                  </a:lnTo>
                  <a:lnTo>
                    <a:pt x="1063935" y="48864"/>
                  </a:lnTo>
                  <a:lnTo>
                    <a:pt x="1077534" y="28865"/>
                  </a:lnTo>
                  <a:cubicBezTo>
                    <a:pt x="1082067" y="24332"/>
                    <a:pt x="1085800" y="24865"/>
                    <a:pt x="1088733" y="30465"/>
                  </a:cubicBezTo>
                  <a:lnTo>
                    <a:pt x="1110332" y="49664"/>
                  </a:lnTo>
                  <a:cubicBezTo>
                    <a:pt x="1120198" y="58997"/>
                    <a:pt x="1120198" y="62996"/>
                    <a:pt x="1110332" y="61663"/>
                  </a:cubicBezTo>
                  <a:lnTo>
                    <a:pt x="995139" y="61663"/>
                  </a:lnTo>
                  <a:lnTo>
                    <a:pt x="995139" y="98461"/>
                  </a:lnTo>
                  <a:lnTo>
                    <a:pt x="1037536" y="98461"/>
                  </a:lnTo>
                  <a:lnTo>
                    <a:pt x="1053535" y="82462"/>
                  </a:lnTo>
                  <a:cubicBezTo>
                    <a:pt x="1057268" y="77929"/>
                    <a:pt x="1060735" y="78195"/>
                    <a:pt x="1063935" y="83262"/>
                  </a:cubicBezTo>
                  <a:lnTo>
                    <a:pt x="1082334" y="99261"/>
                  </a:lnTo>
                  <a:cubicBezTo>
                    <a:pt x="1091133" y="108594"/>
                    <a:pt x="1091133" y="112593"/>
                    <a:pt x="1082334" y="111260"/>
                  </a:cubicBezTo>
                  <a:lnTo>
                    <a:pt x="995139" y="111260"/>
                  </a:lnTo>
                  <a:lnTo>
                    <a:pt x="995139" y="142458"/>
                  </a:lnTo>
                  <a:lnTo>
                    <a:pt x="1085533" y="142458"/>
                  </a:lnTo>
                  <a:lnTo>
                    <a:pt x="1099933" y="123259"/>
                  </a:lnTo>
                  <a:cubicBezTo>
                    <a:pt x="1102866" y="118460"/>
                    <a:pt x="1106332" y="118726"/>
                    <a:pt x="1110332" y="124059"/>
                  </a:cubicBezTo>
                  <a:lnTo>
                    <a:pt x="1131931" y="143258"/>
                  </a:lnTo>
                  <a:cubicBezTo>
                    <a:pt x="1141530" y="153124"/>
                    <a:pt x="1141530" y="157391"/>
                    <a:pt x="1131931" y="156057"/>
                  </a:cubicBezTo>
                  <a:lnTo>
                    <a:pt x="986340" y="156057"/>
                  </a:lnTo>
                  <a:cubicBezTo>
                    <a:pt x="988739" y="157124"/>
                    <a:pt x="989539" y="158457"/>
                    <a:pt x="988739" y="160057"/>
                  </a:cubicBezTo>
                  <a:cubicBezTo>
                    <a:pt x="989806" y="164324"/>
                    <a:pt x="985006" y="166457"/>
                    <a:pt x="974340" y="166457"/>
                  </a:cubicBezTo>
                  <a:cubicBezTo>
                    <a:pt x="963941" y="171523"/>
                    <a:pt x="951675" y="179256"/>
                    <a:pt x="937542" y="189655"/>
                  </a:cubicBezTo>
                  <a:lnTo>
                    <a:pt x="983940" y="200055"/>
                  </a:lnTo>
                  <a:cubicBezTo>
                    <a:pt x="1002872" y="185389"/>
                    <a:pt x="1015938" y="173923"/>
                    <a:pt x="1023137" y="165657"/>
                  </a:cubicBezTo>
                  <a:cubicBezTo>
                    <a:pt x="1026604" y="161390"/>
                    <a:pt x="1029270" y="160324"/>
                    <a:pt x="1031137" y="162457"/>
                  </a:cubicBezTo>
                  <a:cubicBezTo>
                    <a:pt x="1036736" y="166457"/>
                    <a:pt x="1042736" y="171656"/>
                    <a:pt x="1049136" y="178056"/>
                  </a:cubicBezTo>
                  <a:cubicBezTo>
                    <a:pt x="1055535" y="184456"/>
                    <a:pt x="1059402" y="190189"/>
                    <a:pt x="1060735" y="195255"/>
                  </a:cubicBezTo>
                  <a:cubicBezTo>
                    <a:pt x="1061002" y="199788"/>
                    <a:pt x="1055402" y="201921"/>
                    <a:pt x="1043936" y="201655"/>
                  </a:cubicBezTo>
                  <a:cubicBezTo>
                    <a:pt x="1030870" y="210454"/>
                    <a:pt x="1015538" y="219587"/>
                    <a:pt x="997939" y="229053"/>
                  </a:cubicBezTo>
                  <a:cubicBezTo>
                    <a:pt x="980340" y="238519"/>
                    <a:pt x="958341" y="249918"/>
                    <a:pt x="931943" y="263251"/>
                  </a:cubicBezTo>
                  <a:lnTo>
                    <a:pt x="1073534" y="263251"/>
                  </a:lnTo>
                  <a:cubicBezTo>
                    <a:pt x="1068734" y="253651"/>
                    <a:pt x="1064068" y="246319"/>
                    <a:pt x="1059535" y="241252"/>
                  </a:cubicBezTo>
                  <a:cubicBezTo>
                    <a:pt x="1055002" y="236186"/>
                    <a:pt x="1049269" y="230986"/>
                    <a:pt x="1042336" y="225653"/>
                  </a:cubicBezTo>
                  <a:cubicBezTo>
                    <a:pt x="1040203" y="224587"/>
                    <a:pt x="1040469" y="223787"/>
                    <a:pt x="1043136" y="223253"/>
                  </a:cubicBezTo>
                  <a:cubicBezTo>
                    <a:pt x="1061802" y="226453"/>
                    <a:pt x="1078467" y="232719"/>
                    <a:pt x="1093133" y="242052"/>
                  </a:cubicBezTo>
                  <a:cubicBezTo>
                    <a:pt x="1107799" y="251385"/>
                    <a:pt x="1115932" y="262451"/>
                    <a:pt x="1117531" y="275250"/>
                  </a:cubicBezTo>
                  <a:cubicBezTo>
                    <a:pt x="1116732" y="289116"/>
                    <a:pt x="1110865" y="297582"/>
                    <a:pt x="1099933" y="300649"/>
                  </a:cubicBezTo>
                  <a:cubicBezTo>
                    <a:pt x="1089000" y="303715"/>
                    <a:pt x="1081267" y="295249"/>
                    <a:pt x="1076734" y="275250"/>
                  </a:cubicBezTo>
                  <a:cubicBezTo>
                    <a:pt x="1076467" y="273384"/>
                    <a:pt x="1075934" y="271784"/>
                    <a:pt x="1075134" y="270450"/>
                  </a:cubicBezTo>
                  <a:cubicBezTo>
                    <a:pt x="1047669" y="273917"/>
                    <a:pt x="1019937" y="277383"/>
                    <a:pt x="991939" y="280850"/>
                  </a:cubicBezTo>
                  <a:cubicBezTo>
                    <a:pt x="1001539" y="284050"/>
                    <a:pt x="1006871" y="287249"/>
                    <a:pt x="1007938" y="290449"/>
                  </a:cubicBezTo>
                  <a:cubicBezTo>
                    <a:pt x="1006605" y="294716"/>
                    <a:pt x="1003672" y="298449"/>
                    <a:pt x="999139" y="301649"/>
                  </a:cubicBezTo>
                  <a:cubicBezTo>
                    <a:pt x="999139" y="328580"/>
                    <a:pt x="999672" y="354312"/>
                    <a:pt x="1000739" y="378844"/>
                  </a:cubicBezTo>
                  <a:cubicBezTo>
                    <a:pt x="998605" y="402042"/>
                    <a:pt x="983673" y="413775"/>
                    <a:pt x="955941" y="414042"/>
                  </a:cubicBezTo>
                  <a:cubicBezTo>
                    <a:pt x="954075" y="414308"/>
                    <a:pt x="953008" y="413508"/>
                    <a:pt x="952742" y="411642"/>
                  </a:cubicBezTo>
                  <a:cubicBezTo>
                    <a:pt x="953008" y="403909"/>
                    <a:pt x="943409" y="394576"/>
                    <a:pt x="923943" y="383643"/>
                  </a:cubicBezTo>
                  <a:cubicBezTo>
                    <a:pt x="921810" y="381777"/>
                    <a:pt x="921810" y="380444"/>
                    <a:pt x="923943" y="379644"/>
                  </a:cubicBezTo>
                  <a:cubicBezTo>
                    <a:pt x="952208" y="380977"/>
                    <a:pt x="965274" y="378311"/>
                    <a:pt x="963141" y="371644"/>
                  </a:cubicBezTo>
                  <a:lnTo>
                    <a:pt x="963141" y="321647"/>
                  </a:lnTo>
                  <a:cubicBezTo>
                    <a:pt x="963141" y="303248"/>
                    <a:pt x="963141" y="290716"/>
                    <a:pt x="963141" y="284050"/>
                  </a:cubicBezTo>
                  <a:cubicBezTo>
                    <a:pt x="931943" y="286716"/>
                    <a:pt x="900745" y="292582"/>
                    <a:pt x="869547" y="301649"/>
                  </a:cubicBezTo>
                  <a:lnTo>
                    <a:pt x="869547" y="303248"/>
                  </a:lnTo>
                  <a:lnTo>
                    <a:pt x="856747" y="262451"/>
                  </a:lnTo>
                  <a:cubicBezTo>
                    <a:pt x="854081" y="257385"/>
                    <a:pt x="855947" y="254985"/>
                    <a:pt x="862347" y="255251"/>
                  </a:cubicBezTo>
                  <a:cubicBezTo>
                    <a:pt x="880479" y="252851"/>
                    <a:pt x="898878" y="246985"/>
                    <a:pt x="917544" y="237652"/>
                  </a:cubicBezTo>
                  <a:cubicBezTo>
                    <a:pt x="936209" y="228320"/>
                    <a:pt x="954075" y="218720"/>
                    <a:pt x="971140" y="208854"/>
                  </a:cubicBezTo>
                  <a:cubicBezTo>
                    <a:pt x="946875" y="209121"/>
                    <a:pt x="922610" y="212587"/>
                    <a:pt x="898345" y="219254"/>
                  </a:cubicBezTo>
                  <a:lnTo>
                    <a:pt x="889545" y="193655"/>
                  </a:lnTo>
                  <a:cubicBezTo>
                    <a:pt x="886346" y="188589"/>
                    <a:pt x="887945" y="185922"/>
                    <a:pt x="894345" y="185656"/>
                  </a:cubicBezTo>
                  <a:cubicBezTo>
                    <a:pt x="915144" y="175790"/>
                    <a:pt x="929543" y="165923"/>
                    <a:pt x="937542" y="156057"/>
                  </a:cubicBezTo>
                  <a:lnTo>
                    <a:pt x="851948" y="156057"/>
                  </a:lnTo>
                  <a:cubicBezTo>
                    <a:pt x="847948" y="155524"/>
                    <a:pt x="843148" y="156857"/>
                    <a:pt x="837549" y="160057"/>
                  </a:cubicBezTo>
                  <a:lnTo>
                    <a:pt x="827149" y="142458"/>
                  </a:lnTo>
                  <a:lnTo>
                    <a:pt x="959141" y="142458"/>
                  </a:lnTo>
                  <a:lnTo>
                    <a:pt x="959141" y="111260"/>
                  </a:lnTo>
                  <a:lnTo>
                    <a:pt x="887146" y="111260"/>
                  </a:lnTo>
                  <a:cubicBezTo>
                    <a:pt x="883946" y="110460"/>
                    <a:pt x="879146" y="112060"/>
                    <a:pt x="872746" y="116060"/>
                  </a:cubicBezTo>
                  <a:lnTo>
                    <a:pt x="863147" y="98461"/>
                  </a:lnTo>
                  <a:lnTo>
                    <a:pt x="959141" y="98461"/>
                  </a:lnTo>
                  <a:lnTo>
                    <a:pt x="959141" y="61663"/>
                  </a:lnTo>
                  <a:lnTo>
                    <a:pt x="863147" y="61663"/>
                  </a:lnTo>
                  <a:cubicBezTo>
                    <a:pt x="858347" y="60863"/>
                    <a:pt x="853548" y="62730"/>
                    <a:pt x="848748" y="67263"/>
                  </a:cubicBezTo>
                  <a:lnTo>
                    <a:pt x="837549" y="48864"/>
                  </a:lnTo>
                  <a:lnTo>
                    <a:pt x="959141" y="48864"/>
                  </a:lnTo>
                  <a:lnTo>
                    <a:pt x="959141" y="44064"/>
                  </a:lnTo>
                  <a:cubicBezTo>
                    <a:pt x="959141" y="25399"/>
                    <a:pt x="958874" y="13399"/>
                    <a:pt x="958341" y="8066"/>
                  </a:cubicBezTo>
                  <a:cubicBezTo>
                    <a:pt x="955675" y="2200"/>
                    <a:pt x="955941" y="-466"/>
                    <a:pt x="959141" y="6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 dirty="0">
                <a:solidFill>
                  <a:prstClr val="white"/>
                </a:solidFill>
                <a:latin typeface="锐字云字库中长宋体1.0" panose="02010604000000000000" pitchFamily="2" charset="-122"/>
                <a:ea typeface="锐字云字库中长宋体1.0" panose="02010604000000000000" pitchFamily="2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3791744" y="3614578"/>
              <a:ext cx="834357" cy="196779"/>
              <a:chOff x="3893490" y="3603420"/>
              <a:chExt cx="834357" cy="196779"/>
            </a:xfrm>
          </p:grpSpPr>
          <p:sp>
            <p:nvSpPr>
              <p:cNvPr id="15" name="Freeform 5"/>
              <p:cNvSpPr>
                <a:spLocks/>
              </p:cNvSpPr>
              <p:nvPr/>
            </p:nvSpPr>
            <p:spPr bwMode="auto">
              <a:xfrm>
                <a:off x="4530706" y="3603420"/>
                <a:ext cx="197141" cy="196779"/>
              </a:xfrm>
              <a:custGeom>
                <a:avLst/>
                <a:gdLst>
                  <a:gd name="T0" fmla="*/ 712 w 1087"/>
                  <a:gd name="T1" fmla="*/ 357 h 1085"/>
                  <a:gd name="T2" fmla="*/ 1087 w 1087"/>
                  <a:gd name="T3" fmla="*/ 414 h 1085"/>
                  <a:gd name="T4" fmla="*/ 815 w 1087"/>
                  <a:gd name="T5" fmla="*/ 692 h 1085"/>
                  <a:gd name="T6" fmla="*/ 879 w 1087"/>
                  <a:gd name="T7" fmla="*/ 1085 h 1085"/>
                  <a:gd name="T8" fmla="*/ 543 w 1087"/>
                  <a:gd name="T9" fmla="*/ 899 h 1085"/>
                  <a:gd name="T10" fmla="*/ 208 w 1087"/>
                  <a:gd name="T11" fmla="*/ 1085 h 1085"/>
                  <a:gd name="T12" fmla="*/ 272 w 1087"/>
                  <a:gd name="T13" fmla="*/ 693 h 1085"/>
                  <a:gd name="T14" fmla="*/ 0 w 1087"/>
                  <a:gd name="T15" fmla="*/ 415 h 1085"/>
                  <a:gd name="T16" fmla="*/ 375 w 1087"/>
                  <a:gd name="T17" fmla="*/ 357 h 1085"/>
                  <a:gd name="T18" fmla="*/ 543 w 1087"/>
                  <a:gd name="T19" fmla="*/ 0 h 1085"/>
                  <a:gd name="T20" fmla="*/ 712 w 1087"/>
                  <a:gd name="T21" fmla="*/ 357 h 1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7" h="1085">
                    <a:moveTo>
                      <a:pt x="712" y="357"/>
                    </a:moveTo>
                    <a:lnTo>
                      <a:pt x="1087" y="414"/>
                    </a:lnTo>
                    <a:lnTo>
                      <a:pt x="815" y="692"/>
                    </a:lnTo>
                    <a:lnTo>
                      <a:pt x="879" y="1085"/>
                    </a:lnTo>
                    <a:lnTo>
                      <a:pt x="543" y="899"/>
                    </a:lnTo>
                    <a:lnTo>
                      <a:pt x="208" y="1085"/>
                    </a:lnTo>
                    <a:lnTo>
                      <a:pt x="272" y="693"/>
                    </a:lnTo>
                    <a:lnTo>
                      <a:pt x="0" y="415"/>
                    </a:lnTo>
                    <a:lnTo>
                      <a:pt x="375" y="357"/>
                    </a:lnTo>
                    <a:lnTo>
                      <a:pt x="543" y="0"/>
                    </a:lnTo>
                    <a:lnTo>
                      <a:pt x="712" y="35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6" name="Freeform 5"/>
              <p:cNvSpPr>
                <a:spLocks/>
              </p:cNvSpPr>
              <p:nvPr/>
            </p:nvSpPr>
            <p:spPr bwMode="auto">
              <a:xfrm>
                <a:off x="4212098" y="3603420"/>
                <a:ext cx="197141" cy="196779"/>
              </a:xfrm>
              <a:custGeom>
                <a:avLst/>
                <a:gdLst>
                  <a:gd name="T0" fmla="*/ 712 w 1087"/>
                  <a:gd name="T1" fmla="*/ 357 h 1085"/>
                  <a:gd name="T2" fmla="*/ 1087 w 1087"/>
                  <a:gd name="T3" fmla="*/ 414 h 1085"/>
                  <a:gd name="T4" fmla="*/ 815 w 1087"/>
                  <a:gd name="T5" fmla="*/ 692 h 1085"/>
                  <a:gd name="T6" fmla="*/ 879 w 1087"/>
                  <a:gd name="T7" fmla="*/ 1085 h 1085"/>
                  <a:gd name="T8" fmla="*/ 543 w 1087"/>
                  <a:gd name="T9" fmla="*/ 899 h 1085"/>
                  <a:gd name="T10" fmla="*/ 208 w 1087"/>
                  <a:gd name="T11" fmla="*/ 1085 h 1085"/>
                  <a:gd name="T12" fmla="*/ 272 w 1087"/>
                  <a:gd name="T13" fmla="*/ 693 h 1085"/>
                  <a:gd name="T14" fmla="*/ 0 w 1087"/>
                  <a:gd name="T15" fmla="*/ 415 h 1085"/>
                  <a:gd name="T16" fmla="*/ 375 w 1087"/>
                  <a:gd name="T17" fmla="*/ 357 h 1085"/>
                  <a:gd name="T18" fmla="*/ 543 w 1087"/>
                  <a:gd name="T19" fmla="*/ 0 h 1085"/>
                  <a:gd name="T20" fmla="*/ 712 w 1087"/>
                  <a:gd name="T21" fmla="*/ 357 h 1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7" h="1085">
                    <a:moveTo>
                      <a:pt x="712" y="357"/>
                    </a:moveTo>
                    <a:lnTo>
                      <a:pt x="1087" y="414"/>
                    </a:lnTo>
                    <a:lnTo>
                      <a:pt x="815" y="692"/>
                    </a:lnTo>
                    <a:lnTo>
                      <a:pt x="879" y="1085"/>
                    </a:lnTo>
                    <a:lnTo>
                      <a:pt x="543" y="899"/>
                    </a:lnTo>
                    <a:lnTo>
                      <a:pt x="208" y="1085"/>
                    </a:lnTo>
                    <a:lnTo>
                      <a:pt x="272" y="693"/>
                    </a:lnTo>
                    <a:lnTo>
                      <a:pt x="0" y="415"/>
                    </a:lnTo>
                    <a:lnTo>
                      <a:pt x="375" y="357"/>
                    </a:lnTo>
                    <a:lnTo>
                      <a:pt x="543" y="0"/>
                    </a:lnTo>
                    <a:lnTo>
                      <a:pt x="712" y="35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" name="Freeform 5"/>
              <p:cNvSpPr>
                <a:spLocks/>
              </p:cNvSpPr>
              <p:nvPr/>
            </p:nvSpPr>
            <p:spPr bwMode="auto">
              <a:xfrm>
                <a:off x="3893490" y="3603420"/>
                <a:ext cx="197141" cy="196779"/>
              </a:xfrm>
              <a:custGeom>
                <a:avLst/>
                <a:gdLst>
                  <a:gd name="T0" fmla="*/ 712 w 1087"/>
                  <a:gd name="T1" fmla="*/ 357 h 1085"/>
                  <a:gd name="T2" fmla="*/ 1087 w 1087"/>
                  <a:gd name="T3" fmla="*/ 414 h 1085"/>
                  <a:gd name="T4" fmla="*/ 815 w 1087"/>
                  <a:gd name="T5" fmla="*/ 692 h 1085"/>
                  <a:gd name="T6" fmla="*/ 879 w 1087"/>
                  <a:gd name="T7" fmla="*/ 1085 h 1085"/>
                  <a:gd name="T8" fmla="*/ 543 w 1087"/>
                  <a:gd name="T9" fmla="*/ 899 h 1085"/>
                  <a:gd name="T10" fmla="*/ 208 w 1087"/>
                  <a:gd name="T11" fmla="*/ 1085 h 1085"/>
                  <a:gd name="T12" fmla="*/ 272 w 1087"/>
                  <a:gd name="T13" fmla="*/ 693 h 1085"/>
                  <a:gd name="T14" fmla="*/ 0 w 1087"/>
                  <a:gd name="T15" fmla="*/ 415 h 1085"/>
                  <a:gd name="T16" fmla="*/ 375 w 1087"/>
                  <a:gd name="T17" fmla="*/ 357 h 1085"/>
                  <a:gd name="T18" fmla="*/ 543 w 1087"/>
                  <a:gd name="T19" fmla="*/ 0 h 1085"/>
                  <a:gd name="T20" fmla="*/ 712 w 1087"/>
                  <a:gd name="T21" fmla="*/ 357 h 1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7" h="1085">
                    <a:moveTo>
                      <a:pt x="712" y="357"/>
                    </a:moveTo>
                    <a:lnTo>
                      <a:pt x="1087" y="414"/>
                    </a:lnTo>
                    <a:lnTo>
                      <a:pt x="815" y="692"/>
                    </a:lnTo>
                    <a:lnTo>
                      <a:pt x="879" y="1085"/>
                    </a:lnTo>
                    <a:lnTo>
                      <a:pt x="543" y="899"/>
                    </a:lnTo>
                    <a:lnTo>
                      <a:pt x="208" y="1085"/>
                    </a:lnTo>
                    <a:lnTo>
                      <a:pt x="272" y="693"/>
                    </a:lnTo>
                    <a:lnTo>
                      <a:pt x="0" y="415"/>
                    </a:lnTo>
                    <a:lnTo>
                      <a:pt x="375" y="357"/>
                    </a:lnTo>
                    <a:lnTo>
                      <a:pt x="543" y="0"/>
                    </a:lnTo>
                    <a:lnTo>
                      <a:pt x="712" y="35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7629627" y="3614578"/>
              <a:ext cx="834357" cy="196779"/>
              <a:chOff x="3893490" y="3603420"/>
              <a:chExt cx="834357" cy="196779"/>
            </a:xfrm>
          </p:grpSpPr>
          <p:sp>
            <p:nvSpPr>
              <p:cNvPr id="12" name="Freeform 5"/>
              <p:cNvSpPr>
                <a:spLocks/>
              </p:cNvSpPr>
              <p:nvPr/>
            </p:nvSpPr>
            <p:spPr bwMode="auto">
              <a:xfrm>
                <a:off x="4530706" y="3603420"/>
                <a:ext cx="197141" cy="196779"/>
              </a:xfrm>
              <a:custGeom>
                <a:avLst/>
                <a:gdLst>
                  <a:gd name="T0" fmla="*/ 712 w 1087"/>
                  <a:gd name="T1" fmla="*/ 357 h 1085"/>
                  <a:gd name="T2" fmla="*/ 1087 w 1087"/>
                  <a:gd name="T3" fmla="*/ 414 h 1085"/>
                  <a:gd name="T4" fmla="*/ 815 w 1087"/>
                  <a:gd name="T5" fmla="*/ 692 h 1085"/>
                  <a:gd name="T6" fmla="*/ 879 w 1087"/>
                  <a:gd name="T7" fmla="*/ 1085 h 1085"/>
                  <a:gd name="T8" fmla="*/ 543 w 1087"/>
                  <a:gd name="T9" fmla="*/ 899 h 1085"/>
                  <a:gd name="T10" fmla="*/ 208 w 1087"/>
                  <a:gd name="T11" fmla="*/ 1085 h 1085"/>
                  <a:gd name="T12" fmla="*/ 272 w 1087"/>
                  <a:gd name="T13" fmla="*/ 693 h 1085"/>
                  <a:gd name="T14" fmla="*/ 0 w 1087"/>
                  <a:gd name="T15" fmla="*/ 415 h 1085"/>
                  <a:gd name="T16" fmla="*/ 375 w 1087"/>
                  <a:gd name="T17" fmla="*/ 357 h 1085"/>
                  <a:gd name="T18" fmla="*/ 543 w 1087"/>
                  <a:gd name="T19" fmla="*/ 0 h 1085"/>
                  <a:gd name="T20" fmla="*/ 712 w 1087"/>
                  <a:gd name="T21" fmla="*/ 357 h 1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7" h="1085">
                    <a:moveTo>
                      <a:pt x="712" y="357"/>
                    </a:moveTo>
                    <a:lnTo>
                      <a:pt x="1087" y="414"/>
                    </a:lnTo>
                    <a:lnTo>
                      <a:pt x="815" y="692"/>
                    </a:lnTo>
                    <a:lnTo>
                      <a:pt x="879" y="1085"/>
                    </a:lnTo>
                    <a:lnTo>
                      <a:pt x="543" y="899"/>
                    </a:lnTo>
                    <a:lnTo>
                      <a:pt x="208" y="1085"/>
                    </a:lnTo>
                    <a:lnTo>
                      <a:pt x="272" y="693"/>
                    </a:lnTo>
                    <a:lnTo>
                      <a:pt x="0" y="415"/>
                    </a:lnTo>
                    <a:lnTo>
                      <a:pt x="375" y="357"/>
                    </a:lnTo>
                    <a:lnTo>
                      <a:pt x="543" y="0"/>
                    </a:lnTo>
                    <a:lnTo>
                      <a:pt x="712" y="35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3" name="Freeform 5"/>
              <p:cNvSpPr>
                <a:spLocks/>
              </p:cNvSpPr>
              <p:nvPr/>
            </p:nvSpPr>
            <p:spPr bwMode="auto">
              <a:xfrm>
                <a:off x="4212098" y="3603420"/>
                <a:ext cx="197141" cy="196779"/>
              </a:xfrm>
              <a:custGeom>
                <a:avLst/>
                <a:gdLst>
                  <a:gd name="T0" fmla="*/ 712 w 1087"/>
                  <a:gd name="T1" fmla="*/ 357 h 1085"/>
                  <a:gd name="T2" fmla="*/ 1087 w 1087"/>
                  <a:gd name="T3" fmla="*/ 414 h 1085"/>
                  <a:gd name="T4" fmla="*/ 815 w 1087"/>
                  <a:gd name="T5" fmla="*/ 692 h 1085"/>
                  <a:gd name="T6" fmla="*/ 879 w 1087"/>
                  <a:gd name="T7" fmla="*/ 1085 h 1085"/>
                  <a:gd name="T8" fmla="*/ 543 w 1087"/>
                  <a:gd name="T9" fmla="*/ 899 h 1085"/>
                  <a:gd name="T10" fmla="*/ 208 w 1087"/>
                  <a:gd name="T11" fmla="*/ 1085 h 1085"/>
                  <a:gd name="T12" fmla="*/ 272 w 1087"/>
                  <a:gd name="T13" fmla="*/ 693 h 1085"/>
                  <a:gd name="T14" fmla="*/ 0 w 1087"/>
                  <a:gd name="T15" fmla="*/ 415 h 1085"/>
                  <a:gd name="T16" fmla="*/ 375 w 1087"/>
                  <a:gd name="T17" fmla="*/ 357 h 1085"/>
                  <a:gd name="T18" fmla="*/ 543 w 1087"/>
                  <a:gd name="T19" fmla="*/ 0 h 1085"/>
                  <a:gd name="T20" fmla="*/ 712 w 1087"/>
                  <a:gd name="T21" fmla="*/ 357 h 1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7" h="1085">
                    <a:moveTo>
                      <a:pt x="712" y="357"/>
                    </a:moveTo>
                    <a:lnTo>
                      <a:pt x="1087" y="414"/>
                    </a:lnTo>
                    <a:lnTo>
                      <a:pt x="815" y="692"/>
                    </a:lnTo>
                    <a:lnTo>
                      <a:pt x="879" y="1085"/>
                    </a:lnTo>
                    <a:lnTo>
                      <a:pt x="543" y="899"/>
                    </a:lnTo>
                    <a:lnTo>
                      <a:pt x="208" y="1085"/>
                    </a:lnTo>
                    <a:lnTo>
                      <a:pt x="272" y="693"/>
                    </a:lnTo>
                    <a:lnTo>
                      <a:pt x="0" y="415"/>
                    </a:lnTo>
                    <a:lnTo>
                      <a:pt x="375" y="357"/>
                    </a:lnTo>
                    <a:lnTo>
                      <a:pt x="543" y="0"/>
                    </a:lnTo>
                    <a:lnTo>
                      <a:pt x="712" y="35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4" name="Freeform 5"/>
              <p:cNvSpPr>
                <a:spLocks/>
              </p:cNvSpPr>
              <p:nvPr/>
            </p:nvSpPr>
            <p:spPr bwMode="auto">
              <a:xfrm>
                <a:off x="3893490" y="3603420"/>
                <a:ext cx="197141" cy="196779"/>
              </a:xfrm>
              <a:custGeom>
                <a:avLst/>
                <a:gdLst>
                  <a:gd name="T0" fmla="*/ 712 w 1087"/>
                  <a:gd name="T1" fmla="*/ 357 h 1085"/>
                  <a:gd name="T2" fmla="*/ 1087 w 1087"/>
                  <a:gd name="T3" fmla="*/ 414 h 1085"/>
                  <a:gd name="T4" fmla="*/ 815 w 1087"/>
                  <a:gd name="T5" fmla="*/ 692 h 1085"/>
                  <a:gd name="T6" fmla="*/ 879 w 1087"/>
                  <a:gd name="T7" fmla="*/ 1085 h 1085"/>
                  <a:gd name="T8" fmla="*/ 543 w 1087"/>
                  <a:gd name="T9" fmla="*/ 899 h 1085"/>
                  <a:gd name="T10" fmla="*/ 208 w 1087"/>
                  <a:gd name="T11" fmla="*/ 1085 h 1085"/>
                  <a:gd name="T12" fmla="*/ 272 w 1087"/>
                  <a:gd name="T13" fmla="*/ 693 h 1085"/>
                  <a:gd name="T14" fmla="*/ 0 w 1087"/>
                  <a:gd name="T15" fmla="*/ 415 h 1085"/>
                  <a:gd name="T16" fmla="*/ 375 w 1087"/>
                  <a:gd name="T17" fmla="*/ 357 h 1085"/>
                  <a:gd name="T18" fmla="*/ 543 w 1087"/>
                  <a:gd name="T19" fmla="*/ 0 h 1085"/>
                  <a:gd name="T20" fmla="*/ 712 w 1087"/>
                  <a:gd name="T21" fmla="*/ 357 h 1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7" h="1085">
                    <a:moveTo>
                      <a:pt x="712" y="357"/>
                    </a:moveTo>
                    <a:lnTo>
                      <a:pt x="1087" y="414"/>
                    </a:lnTo>
                    <a:lnTo>
                      <a:pt x="815" y="692"/>
                    </a:lnTo>
                    <a:lnTo>
                      <a:pt x="879" y="1085"/>
                    </a:lnTo>
                    <a:lnTo>
                      <a:pt x="543" y="899"/>
                    </a:lnTo>
                    <a:lnTo>
                      <a:pt x="208" y="1085"/>
                    </a:lnTo>
                    <a:lnTo>
                      <a:pt x="272" y="693"/>
                    </a:lnTo>
                    <a:lnTo>
                      <a:pt x="0" y="415"/>
                    </a:lnTo>
                    <a:lnTo>
                      <a:pt x="375" y="357"/>
                    </a:lnTo>
                    <a:lnTo>
                      <a:pt x="543" y="0"/>
                    </a:lnTo>
                    <a:lnTo>
                      <a:pt x="712" y="35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18" name="矩形: 圆顶角 17"/>
          <p:cNvSpPr/>
          <p:nvPr userDrawn="1"/>
        </p:nvSpPr>
        <p:spPr>
          <a:xfrm rot="5400000">
            <a:off x="2579662" y="2862344"/>
            <a:ext cx="916648" cy="551082"/>
          </a:xfrm>
          <a:prstGeom prst="round2SameRect">
            <a:avLst>
              <a:gd name="adj1" fmla="val 14462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9" name="任意多边形: 形状 18"/>
          <p:cNvSpPr/>
          <p:nvPr userDrawn="1"/>
        </p:nvSpPr>
        <p:spPr>
          <a:xfrm>
            <a:off x="1837186" y="2688094"/>
            <a:ext cx="899142" cy="904478"/>
          </a:xfrm>
          <a:custGeom>
            <a:avLst/>
            <a:gdLst/>
            <a:ahLst/>
            <a:cxnLst/>
            <a:rect l="l" t="t" r="r" b="b"/>
            <a:pathLst>
              <a:path w="899142" h="904478">
                <a:moveTo>
                  <a:pt x="261286" y="732294"/>
                </a:moveTo>
                <a:lnTo>
                  <a:pt x="261286" y="740182"/>
                </a:lnTo>
                <a:lnTo>
                  <a:pt x="444603" y="800302"/>
                </a:lnTo>
                <a:lnTo>
                  <a:pt x="444603" y="732294"/>
                </a:lnTo>
                <a:close/>
                <a:moveTo>
                  <a:pt x="510664" y="668334"/>
                </a:moveTo>
                <a:lnTo>
                  <a:pt x="510664" y="822148"/>
                </a:lnTo>
                <a:lnTo>
                  <a:pt x="533341" y="822148"/>
                </a:lnTo>
                <a:lnTo>
                  <a:pt x="533341" y="668334"/>
                </a:lnTo>
                <a:close/>
                <a:moveTo>
                  <a:pt x="684197" y="563819"/>
                </a:moveTo>
                <a:lnTo>
                  <a:pt x="684197" y="621007"/>
                </a:lnTo>
                <a:lnTo>
                  <a:pt x="725609" y="621007"/>
                </a:lnTo>
                <a:lnTo>
                  <a:pt x="725609" y="563819"/>
                </a:lnTo>
                <a:close/>
                <a:moveTo>
                  <a:pt x="270160" y="506504"/>
                </a:moveTo>
                <a:lnTo>
                  <a:pt x="429890" y="571579"/>
                </a:lnTo>
                <a:lnTo>
                  <a:pt x="429890" y="641584"/>
                </a:lnTo>
                <a:lnTo>
                  <a:pt x="270160" y="574537"/>
                </a:lnTo>
                <a:close/>
                <a:moveTo>
                  <a:pt x="181421" y="506504"/>
                </a:moveTo>
                <a:lnTo>
                  <a:pt x="181421" y="576509"/>
                </a:lnTo>
                <a:lnTo>
                  <a:pt x="19719" y="642570"/>
                </a:lnTo>
                <a:lnTo>
                  <a:pt x="19719" y="573551"/>
                </a:lnTo>
                <a:close/>
                <a:moveTo>
                  <a:pt x="725609" y="474095"/>
                </a:moveTo>
                <a:lnTo>
                  <a:pt x="789698" y="474095"/>
                </a:lnTo>
                <a:lnTo>
                  <a:pt x="789698" y="500716"/>
                </a:lnTo>
                <a:lnTo>
                  <a:pt x="889282" y="500716"/>
                </a:lnTo>
                <a:lnTo>
                  <a:pt x="879423" y="607203"/>
                </a:lnTo>
                <a:lnTo>
                  <a:pt x="817305" y="607203"/>
                </a:lnTo>
                <a:lnTo>
                  <a:pt x="822235" y="563819"/>
                </a:lnTo>
                <a:lnTo>
                  <a:pt x="789698" y="563819"/>
                </a:lnTo>
                <a:lnTo>
                  <a:pt x="789698" y="621007"/>
                </a:lnTo>
                <a:lnTo>
                  <a:pt x="880409" y="621007"/>
                </a:lnTo>
                <a:lnTo>
                  <a:pt x="880409" y="707773"/>
                </a:lnTo>
                <a:lnTo>
                  <a:pt x="822235" y="793554"/>
                </a:lnTo>
                <a:lnTo>
                  <a:pt x="899142" y="904478"/>
                </a:lnTo>
                <a:lnTo>
                  <a:pt x="821249" y="904478"/>
                </a:lnTo>
                <a:lnTo>
                  <a:pt x="781810" y="846797"/>
                </a:lnTo>
                <a:lnTo>
                  <a:pt x="741384" y="904478"/>
                </a:lnTo>
                <a:lnTo>
                  <a:pt x="665464" y="904478"/>
                </a:lnTo>
                <a:lnTo>
                  <a:pt x="741384" y="792568"/>
                </a:lnTo>
                <a:lnTo>
                  <a:pt x="688141" y="711717"/>
                </a:lnTo>
                <a:lnTo>
                  <a:pt x="765048" y="711717"/>
                </a:lnTo>
                <a:lnTo>
                  <a:pt x="781810" y="738339"/>
                </a:lnTo>
                <a:lnTo>
                  <a:pt x="813361" y="692984"/>
                </a:lnTo>
                <a:lnTo>
                  <a:pt x="813361" y="684110"/>
                </a:lnTo>
                <a:lnTo>
                  <a:pt x="685183" y="684110"/>
                </a:lnTo>
                <a:lnTo>
                  <a:pt x="685183" y="764961"/>
                </a:lnTo>
                <a:lnTo>
                  <a:pt x="662506" y="904478"/>
                </a:lnTo>
                <a:lnTo>
                  <a:pt x="599402" y="904478"/>
                </a:lnTo>
                <a:lnTo>
                  <a:pt x="620108" y="768905"/>
                </a:lnTo>
                <a:lnTo>
                  <a:pt x="620108" y="500716"/>
                </a:lnTo>
                <a:lnTo>
                  <a:pt x="725609" y="500716"/>
                </a:lnTo>
                <a:close/>
                <a:moveTo>
                  <a:pt x="103938" y="288894"/>
                </a:moveTo>
                <a:lnTo>
                  <a:pt x="350435" y="310585"/>
                </a:lnTo>
                <a:lnTo>
                  <a:pt x="350435" y="361857"/>
                </a:lnTo>
                <a:lnTo>
                  <a:pt x="103938" y="340165"/>
                </a:lnTo>
                <a:close/>
                <a:moveTo>
                  <a:pt x="156196" y="225790"/>
                </a:moveTo>
                <a:lnTo>
                  <a:pt x="311981" y="241566"/>
                </a:lnTo>
                <a:lnTo>
                  <a:pt x="311981" y="292837"/>
                </a:lnTo>
                <a:lnTo>
                  <a:pt x="156196" y="277062"/>
                </a:lnTo>
                <a:close/>
                <a:moveTo>
                  <a:pt x="546935" y="113616"/>
                </a:moveTo>
                <a:lnTo>
                  <a:pt x="546935" y="159957"/>
                </a:lnTo>
                <a:lnTo>
                  <a:pt x="595249" y="159957"/>
                </a:lnTo>
                <a:lnTo>
                  <a:pt x="595249" y="113616"/>
                </a:lnTo>
                <a:close/>
                <a:moveTo>
                  <a:pt x="104924" y="73949"/>
                </a:moveTo>
                <a:lnTo>
                  <a:pt x="355365" y="73949"/>
                </a:lnTo>
                <a:lnTo>
                  <a:pt x="355365" y="165645"/>
                </a:lnTo>
                <a:lnTo>
                  <a:pt x="307051" y="179449"/>
                </a:lnTo>
                <a:lnTo>
                  <a:pt x="365225" y="191281"/>
                </a:lnTo>
                <a:lnTo>
                  <a:pt x="365225" y="245510"/>
                </a:lnTo>
                <a:lnTo>
                  <a:pt x="217327" y="207057"/>
                </a:lnTo>
                <a:lnTo>
                  <a:pt x="81261" y="245510"/>
                </a:lnTo>
                <a:lnTo>
                  <a:pt x="81261" y="191281"/>
                </a:lnTo>
                <a:lnTo>
                  <a:pt x="162111" y="168603"/>
                </a:lnTo>
                <a:lnTo>
                  <a:pt x="162111" y="137052"/>
                </a:lnTo>
                <a:lnTo>
                  <a:pt x="220285" y="151841"/>
                </a:lnTo>
                <a:lnTo>
                  <a:pt x="294234" y="130150"/>
                </a:lnTo>
                <a:lnTo>
                  <a:pt x="294234" y="125220"/>
                </a:lnTo>
                <a:lnTo>
                  <a:pt x="151266" y="125220"/>
                </a:lnTo>
                <a:lnTo>
                  <a:pt x="139434" y="166631"/>
                </a:lnTo>
                <a:lnTo>
                  <a:pt x="81261" y="166631"/>
                </a:lnTo>
                <a:close/>
                <a:moveTo>
                  <a:pt x="723427" y="62344"/>
                </a:moveTo>
                <a:lnTo>
                  <a:pt x="787516" y="62344"/>
                </a:lnTo>
                <a:lnTo>
                  <a:pt x="787516" y="208270"/>
                </a:lnTo>
                <a:lnTo>
                  <a:pt x="723427" y="208270"/>
                </a:lnTo>
                <a:close/>
                <a:moveTo>
                  <a:pt x="72387" y="59159"/>
                </a:moveTo>
                <a:lnTo>
                  <a:pt x="72387" y="364814"/>
                </a:lnTo>
                <a:lnTo>
                  <a:pt x="374099" y="364814"/>
                </a:lnTo>
                <a:lnTo>
                  <a:pt x="374099" y="59159"/>
                </a:lnTo>
                <a:close/>
                <a:moveTo>
                  <a:pt x="806250" y="42625"/>
                </a:moveTo>
                <a:lnTo>
                  <a:pt x="878227" y="42625"/>
                </a:lnTo>
                <a:lnTo>
                  <a:pt x="878227" y="289121"/>
                </a:lnTo>
                <a:lnTo>
                  <a:pt x="755964" y="289121"/>
                </a:lnTo>
                <a:lnTo>
                  <a:pt x="755964" y="224046"/>
                </a:lnTo>
                <a:lnTo>
                  <a:pt x="806250" y="224046"/>
                </a:lnTo>
                <a:close/>
                <a:moveTo>
                  <a:pt x="5340" y="0"/>
                </a:moveTo>
                <a:lnTo>
                  <a:pt x="441146" y="0"/>
                </a:lnTo>
                <a:lnTo>
                  <a:pt x="441146" y="159957"/>
                </a:lnTo>
                <a:lnTo>
                  <a:pt x="474958" y="159957"/>
                </a:lnTo>
                <a:lnTo>
                  <a:pt x="474958" y="113616"/>
                </a:lnTo>
                <a:lnTo>
                  <a:pt x="445379" y="113616"/>
                </a:lnTo>
                <a:lnTo>
                  <a:pt x="445379" y="48541"/>
                </a:lnTo>
                <a:lnTo>
                  <a:pt x="699763" y="48541"/>
                </a:lnTo>
                <a:lnTo>
                  <a:pt x="699763" y="113616"/>
                </a:lnTo>
                <a:lnTo>
                  <a:pt x="667226" y="113616"/>
                </a:lnTo>
                <a:lnTo>
                  <a:pt x="667226" y="159957"/>
                </a:lnTo>
                <a:lnTo>
                  <a:pt x="705679" y="159957"/>
                </a:lnTo>
                <a:lnTo>
                  <a:pt x="705679" y="226018"/>
                </a:lnTo>
                <a:lnTo>
                  <a:pt x="667226" y="226018"/>
                </a:lnTo>
                <a:lnTo>
                  <a:pt x="667226" y="282219"/>
                </a:lnTo>
                <a:lnTo>
                  <a:pt x="595249" y="282219"/>
                </a:lnTo>
                <a:lnTo>
                  <a:pt x="595249" y="226018"/>
                </a:lnTo>
                <a:lnTo>
                  <a:pt x="537075" y="226018"/>
                </a:lnTo>
                <a:lnTo>
                  <a:pt x="517356" y="289121"/>
                </a:lnTo>
                <a:lnTo>
                  <a:pt x="443407" y="289121"/>
                </a:lnTo>
                <a:lnTo>
                  <a:pt x="464112" y="226018"/>
                </a:lnTo>
                <a:lnTo>
                  <a:pt x="441146" y="226018"/>
                </a:lnTo>
                <a:lnTo>
                  <a:pt x="441146" y="405468"/>
                </a:lnTo>
                <a:lnTo>
                  <a:pt x="624828" y="405468"/>
                </a:lnTo>
                <a:lnTo>
                  <a:pt x="624828" y="379832"/>
                </a:lnTo>
                <a:lnTo>
                  <a:pt x="458196" y="379832"/>
                </a:lnTo>
                <a:lnTo>
                  <a:pt x="458196" y="314757"/>
                </a:lnTo>
                <a:lnTo>
                  <a:pt x="624828" y="314757"/>
                </a:lnTo>
                <a:lnTo>
                  <a:pt x="624828" y="292079"/>
                </a:lnTo>
                <a:lnTo>
                  <a:pt x="697791" y="292079"/>
                </a:lnTo>
                <a:lnTo>
                  <a:pt x="697791" y="314757"/>
                </a:lnTo>
                <a:lnTo>
                  <a:pt x="866395" y="314757"/>
                </a:lnTo>
                <a:lnTo>
                  <a:pt x="866395" y="379832"/>
                </a:lnTo>
                <a:lnTo>
                  <a:pt x="697791" y="379832"/>
                </a:lnTo>
                <a:lnTo>
                  <a:pt x="697791" y="405468"/>
                </a:lnTo>
                <a:lnTo>
                  <a:pt x="885129" y="405468"/>
                </a:lnTo>
                <a:lnTo>
                  <a:pt x="885129" y="469064"/>
                </a:lnTo>
                <a:lnTo>
                  <a:pt x="441722" y="469064"/>
                </a:lnTo>
                <a:lnTo>
                  <a:pt x="441722" y="488884"/>
                </a:lnTo>
                <a:lnTo>
                  <a:pt x="601374" y="488884"/>
                </a:lnTo>
                <a:lnTo>
                  <a:pt x="601374" y="551988"/>
                </a:lnTo>
                <a:lnTo>
                  <a:pt x="541229" y="551988"/>
                </a:lnTo>
                <a:lnTo>
                  <a:pt x="520524" y="605231"/>
                </a:lnTo>
                <a:lnTo>
                  <a:pt x="597431" y="605231"/>
                </a:lnTo>
                <a:lnTo>
                  <a:pt x="597431" y="883772"/>
                </a:lnTo>
                <a:lnTo>
                  <a:pt x="444603" y="883772"/>
                </a:lnTo>
                <a:lnTo>
                  <a:pt x="444603" y="869814"/>
                </a:lnTo>
                <a:lnTo>
                  <a:pt x="223819" y="796384"/>
                </a:lnTo>
                <a:lnTo>
                  <a:pt x="8874" y="869840"/>
                </a:lnTo>
                <a:lnTo>
                  <a:pt x="8874" y="799342"/>
                </a:lnTo>
                <a:lnTo>
                  <a:pt x="188323" y="739196"/>
                </a:lnTo>
                <a:lnTo>
                  <a:pt x="188323" y="732294"/>
                </a:lnTo>
                <a:lnTo>
                  <a:pt x="0" y="732294"/>
                </a:lnTo>
                <a:lnTo>
                  <a:pt x="0" y="671163"/>
                </a:lnTo>
                <a:lnTo>
                  <a:pt x="188323" y="671163"/>
                </a:lnTo>
                <a:lnTo>
                  <a:pt x="188323" y="613976"/>
                </a:lnTo>
                <a:lnTo>
                  <a:pt x="261286" y="613976"/>
                </a:lnTo>
                <a:lnTo>
                  <a:pt x="261286" y="671163"/>
                </a:lnTo>
                <a:lnTo>
                  <a:pt x="313543" y="671163"/>
                </a:lnTo>
                <a:lnTo>
                  <a:pt x="287908" y="619892"/>
                </a:lnTo>
                <a:lnTo>
                  <a:pt x="361857" y="619892"/>
                </a:lnTo>
                <a:lnTo>
                  <a:pt x="390450" y="671163"/>
                </a:lnTo>
                <a:lnTo>
                  <a:pt x="425566" y="671163"/>
                </a:lnTo>
                <a:lnTo>
                  <a:pt x="471224" y="551988"/>
                </a:lnTo>
                <a:lnTo>
                  <a:pt x="430799" y="551988"/>
                </a:lnTo>
                <a:lnTo>
                  <a:pt x="430799" y="544957"/>
                </a:lnTo>
                <a:lnTo>
                  <a:pt x="372703" y="544957"/>
                </a:lnTo>
                <a:lnTo>
                  <a:pt x="372703" y="505518"/>
                </a:lnTo>
                <a:lnTo>
                  <a:pt x="76907" y="505518"/>
                </a:lnTo>
                <a:lnTo>
                  <a:pt x="76907" y="544957"/>
                </a:lnTo>
                <a:lnTo>
                  <a:pt x="7888" y="544957"/>
                </a:lnTo>
                <a:lnTo>
                  <a:pt x="7888" y="442414"/>
                </a:lnTo>
                <a:lnTo>
                  <a:pt x="179449" y="442414"/>
                </a:lnTo>
                <a:lnTo>
                  <a:pt x="171561" y="422695"/>
                </a:lnTo>
                <a:lnTo>
                  <a:pt x="255370" y="422695"/>
                </a:lnTo>
                <a:lnTo>
                  <a:pt x="263258" y="442414"/>
                </a:lnTo>
                <a:lnTo>
                  <a:pt x="437491" y="442414"/>
                </a:lnTo>
                <a:lnTo>
                  <a:pt x="437491" y="422495"/>
                </a:lnTo>
                <a:lnTo>
                  <a:pt x="5340" y="42249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000" dirty="0">
              <a:solidFill>
                <a:prstClr val="white"/>
              </a:solidFill>
              <a:latin typeface="锐字锐线怒放黑简1.0" panose="02010604000000000000" pitchFamily="2" charset="-122"/>
              <a:ea typeface="锐字锐线怒放黑简1.0" panose="02010604000000000000" pitchFamily="2" charset="-122"/>
            </a:endParaRPr>
          </a:p>
        </p:txBody>
      </p:sp>
      <p:sp>
        <p:nvSpPr>
          <p:cNvPr id="20" name="矩形: 圆角 19"/>
          <p:cNvSpPr/>
          <p:nvPr userDrawn="1"/>
        </p:nvSpPr>
        <p:spPr>
          <a:xfrm>
            <a:off x="1786169" y="2679893"/>
            <a:ext cx="1529470" cy="917570"/>
          </a:xfrm>
          <a:prstGeom prst="roundRect">
            <a:avLst>
              <a:gd name="adj" fmla="val 10569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429054" y="2679562"/>
            <a:ext cx="6987426" cy="920890"/>
          </a:xfrm>
        </p:spPr>
        <p:txBody>
          <a:bodyPr>
            <a:normAutofit/>
          </a:bodyPr>
          <a:lstStyle>
            <a:lvl1pPr algn="dist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76637" y="2679561"/>
            <a:ext cx="752416" cy="919314"/>
          </a:xfrm>
        </p:spPr>
        <p:txBody>
          <a:bodyPr anchor="ctr">
            <a:noAutofit/>
          </a:bodyPr>
          <a:lstStyle>
            <a:lvl1pPr marL="0" indent="0" algn="ctr">
              <a:buNone/>
              <a:defRPr sz="6000" b="1">
                <a:solidFill>
                  <a:srgbClr val="0070C0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97463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主观题型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4" y="0"/>
            <a:ext cx="12192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/>
          </p:nvPr>
        </p:nvSpPr>
        <p:spPr>
          <a:xfrm>
            <a:off x="3429054" y="2681090"/>
            <a:ext cx="6987426" cy="920890"/>
          </a:xfrm>
        </p:spPr>
        <p:txBody>
          <a:bodyPr>
            <a:normAutofit/>
          </a:bodyPr>
          <a:lstStyle>
            <a:lvl1pPr algn="dist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</a:t>
            </a:r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2676637" y="2681090"/>
            <a:ext cx="752416" cy="919314"/>
          </a:xfrm>
        </p:spPr>
        <p:txBody>
          <a:bodyPr anchor="ctr">
            <a:noAutofit/>
          </a:bodyPr>
          <a:lstStyle>
            <a:lvl1pPr marL="0" indent="0" algn="ctr">
              <a:buNone/>
              <a:defRPr sz="6000" b="1">
                <a:solidFill>
                  <a:srgbClr val="0070C0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922191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典型例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922400" cy="554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标题 1"/>
          <p:cNvSpPr txBox="1">
            <a:spLocks/>
          </p:cNvSpPr>
          <p:nvPr userDrawn="1"/>
        </p:nvSpPr>
        <p:spPr>
          <a:xfrm>
            <a:off x="-3689" y="3035"/>
            <a:ext cx="1920865" cy="555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zh-CN" altLang="en-US" sz="2800" spc="600" dirty="0">
                <a:solidFill>
                  <a:prstClr val="white"/>
                </a:solidFill>
              </a:rPr>
              <a:t>典型例题</a:t>
            </a:r>
          </a:p>
        </p:txBody>
      </p:sp>
    </p:spTree>
    <p:extLst>
      <p:ext uri="{BB962C8B-B14F-4D97-AF65-F5344CB8AC3E}">
        <p14:creationId xmlns:p14="http://schemas.microsoft.com/office/powerpoint/2010/main" val="6051399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应用体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922400" cy="554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标题 1"/>
          <p:cNvSpPr txBox="1">
            <a:spLocks/>
          </p:cNvSpPr>
          <p:nvPr userDrawn="1"/>
        </p:nvSpPr>
        <p:spPr>
          <a:xfrm>
            <a:off x="-3689" y="3035"/>
            <a:ext cx="1920865" cy="555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spc="600" dirty="0">
                <a:solidFill>
                  <a:prstClr val="white"/>
                </a:solidFill>
              </a:rPr>
              <a:t>学以致用</a:t>
            </a:r>
          </a:p>
        </p:txBody>
      </p:sp>
    </p:spTree>
    <p:extLst>
      <p:ext uri="{BB962C8B-B14F-4D97-AF65-F5344CB8AC3E}">
        <p14:creationId xmlns:p14="http://schemas.microsoft.com/office/powerpoint/2010/main" val="290178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阅卷展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479381" y="4024316"/>
            <a:ext cx="11233247" cy="2322759"/>
            <a:chOff x="623391" y="683075"/>
            <a:chExt cx="11233247" cy="2322759"/>
          </a:xfrm>
        </p:grpSpPr>
        <p:sp>
          <p:nvSpPr>
            <p:cNvPr id="8" name="矩形: 圆角 7"/>
            <p:cNvSpPr/>
            <p:nvPr/>
          </p:nvSpPr>
          <p:spPr>
            <a:xfrm>
              <a:off x="623391" y="692696"/>
              <a:ext cx="11233247" cy="2313138"/>
            </a:xfrm>
            <a:prstGeom prst="roundRect">
              <a:avLst>
                <a:gd name="adj" fmla="val 498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任意多边形: 形状 8"/>
            <p:cNvSpPr/>
            <p:nvPr/>
          </p:nvSpPr>
          <p:spPr>
            <a:xfrm rot="16200000">
              <a:off x="1410834" y="260648"/>
              <a:ext cx="729372" cy="1593468"/>
            </a:xfrm>
            <a:custGeom>
              <a:avLst/>
              <a:gdLst>
                <a:gd name="connsiteX0" fmla="*/ 729372 w 729372"/>
                <a:gd name="connsiteY0" fmla="*/ 0 h 1593468"/>
                <a:gd name="connsiteX1" fmla="*/ 729372 w 729372"/>
                <a:gd name="connsiteY1" fmla="*/ 1593468 h 1593468"/>
                <a:gd name="connsiteX2" fmla="*/ 0 w 729372"/>
                <a:gd name="connsiteY2" fmla="*/ 1593468 h 1593468"/>
                <a:gd name="connsiteX3" fmla="*/ 233217 w 729372"/>
                <a:gd name="connsiteY3" fmla="*/ 796734 h 1593468"/>
                <a:gd name="connsiteX4" fmla="*/ 0 w 729372"/>
                <a:gd name="connsiteY4" fmla="*/ 0 h 1593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9372" h="1593468">
                  <a:moveTo>
                    <a:pt x="729372" y="0"/>
                  </a:moveTo>
                  <a:lnTo>
                    <a:pt x="729372" y="1593468"/>
                  </a:lnTo>
                  <a:lnTo>
                    <a:pt x="0" y="1593468"/>
                  </a:lnTo>
                  <a:lnTo>
                    <a:pt x="233217" y="796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965040" y="683075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solidFill>
                    <a:prstClr val="white"/>
                  </a:solidFill>
                </a:rPr>
                <a:t>标准答案</a:t>
              </a:r>
              <a:endParaRPr lang="zh-CN" altLang="en-US" sz="2800" dirty="0">
                <a:solidFill>
                  <a:prstClr val="white"/>
                </a:solidFill>
              </a:endParaRPr>
            </a:p>
          </p:txBody>
        </p:sp>
      </p:grpSp>
      <p:sp>
        <p:nvSpPr>
          <p:cNvPr id="11" name="矩形: 圆角 10"/>
          <p:cNvSpPr/>
          <p:nvPr userDrawn="1"/>
        </p:nvSpPr>
        <p:spPr>
          <a:xfrm>
            <a:off x="479377" y="520550"/>
            <a:ext cx="5256584" cy="3240361"/>
          </a:xfrm>
          <a:prstGeom prst="roundRect">
            <a:avLst>
              <a:gd name="adj" fmla="val 49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任意多边形: 形状 11"/>
          <p:cNvSpPr/>
          <p:nvPr userDrawn="1"/>
        </p:nvSpPr>
        <p:spPr>
          <a:xfrm rot="16200000">
            <a:off x="1266819" y="88502"/>
            <a:ext cx="729372" cy="1593468"/>
          </a:xfrm>
          <a:custGeom>
            <a:avLst/>
            <a:gdLst>
              <a:gd name="connsiteX0" fmla="*/ 729372 w 729372"/>
              <a:gd name="connsiteY0" fmla="*/ 0 h 1593468"/>
              <a:gd name="connsiteX1" fmla="*/ 729372 w 729372"/>
              <a:gd name="connsiteY1" fmla="*/ 1593468 h 1593468"/>
              <a:gd name="connsiteX2" fmla="*/ 0 w 729372"/>
              <a:gd name="connsiteY2" fmla="*/ 1593468 h 1593468"/>
              <a:gd name="connsiteX3" fmla="*/ 233217 w 729372"/>
              <a:gd name="connsiteY3" fmla="*/ 796734 h 1593468"/>
              <a:gd name="connsiteX4" fmla="*/ 0 w 729372"/>
              <a:gd name="connsiteY4" fmla="*/ 0 h 1593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9372" h="1593468">
                <a:moveTo>
                  <a:pt x="729372" y="0"/>
                </a:moveTo>
                <a:lnTo>
                  <a:pt x="729372" y="1593468"/>
                </a:lnTo>
                <a:lnTo>
                  <a:pt x="0" y="1593468"/>
                </a:lnTo>
                <a:lnTo>
                  <a:pt x="233217" y="796734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821029" y="510929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prstClr val="white"/>
                </a:solidFill>
              </a:rPr>
              <a:t>阅卷展示</a:t>
            </a:r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6027563" y="510930"/>
            <a:ext cx="5685065" cy="3249981"/>
            <a:chOff x="623391" y="683075"/>
            <a:chExt cx="5685065" cy="3249981"/>
          </a:xfrm>
        </p:grpSpPr>
        <p:sp>
          <p:nvSpPr>
            <p:cNvPr id="15" name="矩形: 圆角 14"/>
            <p:cNvSpPr/>
            <p:nvPr/>
          </p:nvSpPr>
          <p:spPr>
            <a:xfrm>
              <a:off x="623391" y="692696"/>
              <a:ext cx="5685065" cy="3240360"/>
            </a:xfrm>
            <a:prstGeom prst="roundRect">
              <a:avLst>
                <a:gd name="adj" fmla="val 498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任意多边形: 形状 15"/>
            <p:cNvSpPr/>
            <p:nvPr/>
          </p:nvSpPr>
          <p:spPr>
            <a:xfrm rot="16200000">
              <a:off x="1410834" y="260648"/>
              <a:ext cx="729372" cy="1593468"/>
            </a:xfrm>
            <a:custGeom>
              <a:avLst/>
              <a:gdLst>
                <a:gd name="connsiteX0" fmla="*/ 729372 w 729372"/>
                <a:gd name="connsiteY0" fmla="*/ 0 h 1593468"/>
                <a:gd name="connsiteX1" fmla="*/ 729372 w 729372"/>
                <a:gd name="connsiteY1" fmla="*/ 1593468 h 1593468"/>
                <a:gd name="connsiteX2" fmla="*/ 0 w 729372"/>
                <a:gd name="connsiteY2" fmla="*/ 1593468 h 1593468"/>
                <a:gd name="connsiteX3" fmla="*/ 233217 w 729372"/>
                <a:gd name="connsiteY3" fmla="*/ 796734 h 1593468"/>
                <a:gd name="connsiteX4" fmla="*/ 0 w 729372"/>
                <a:gd name="connsiteY4" fmla="*/ 0 h 1593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9372" h="1593468">
                  <a:moveTo>
                    <a:pt x="729372" y="0"/>
                  </a:moveTo>
                  <a:lnTo>
                    <a:pt x="729372" y="1593468"/>
                  </a:lnTo>
                  <a:lnTo>
                    <a:pt x="0" y="1593468"/>
                  </a:lnTo>
                  <a:lnTo>
                    <a:pt x="233217" y="796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65040" y="683075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>
                  <a:solidFill>
                    <a:prstClr val="white"/>
                  </a:solidFill>
                </a:rPr>
                <a:t>名师点评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469529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382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theme" Target="../theme/theme3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41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838241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41" y="63563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eaLnBrk="0" hangingPunct="0">
              <a:defRPr/>
            </a:pPr>
            <a:fld id="{5EBCFF31-69BD-4239-9B79-7008355E0D81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 eaLnBrk="0" hangingPunct="0">
                <a:defRPr/>
              </a:pPr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1" y="6356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eaLnBrk="0" hangingPunct="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7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2EB0456-1C95-47C4-8B25-10EE7234708F}" type="slidenum">
              <a:rPr lang="zh-CN" altLang="en-US"/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31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420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</p:sldLayoutIdLst>
  <p:txStyles>
    <p:titleStyle>
      <a:lvl1pPr algn="ctr" defTabSz="1217295" rtl="0" eaLnBrk="0" fontAlgn="base" hangingPunct="0">
        <a:spcBef>
          <a:spcPct val="0"/>
        </a:spcBef>
        <a:spcAft>
          <a:spcPct val="0"/>
        </a:spcAft>
        <a:defRPr sz="5900" kern="1200">
          <a:solidFill>
            <a:schemeClr val="tx1"/>
          </a:solidFill>
          <a:latin typeface="+mj-lt"/>
          <a:ea typeface="+mj-ea"/>
          <a:cs typeface="微软雅黑" panose="020B0503020204020204" charset="-122"/>
        </a:defRPr>
      </a:lvl1pPr>
      <a:lvl2pPr algn="ctr" defTabSz="121729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2pPr>
      <a:lvl3pPr algn="ctr" defTabSz="121729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3pPr>
      <a:lvl4pPr algn="ctr" defTabSz="121729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4pPr>
      <a:lvl5pPr algn="ctr" defTabSz="121729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5pPr>
      <a:lvl6pPr marL="457200" algn="ctr" defTabSz="121729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6pPr>
      <a:lvl7pPr marL="914400" algn="ctr" defTabSz="121729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7pPr>
      <a:lvl8pPr marL="1371600" algn="ctr" defTabSz="121729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8pPr>
      <a:lvl9pPr marL="1828800" algn="ctr" defTabSz="121729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9pPr>
    </p:titleStyle>
    <p:bodyStyle>
      <a:lvl1pPr marL="455930" indent="-4559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89330" indent="-3797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2730" indent="-3035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2330" indent="-3035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1930" indent="-3035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99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4" y="6356357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1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942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40" r:id="rId1"/>
    <p:sldLayoutId id="2147484841" r:id="rId2"/>
    <p:sldLayoutId id="2147484842" r:id="rId3"/>
    <p:sldLayoutId id="2147484843" r:id="rId4"/>
    <p:sldLayoutId id="2147484844" r:id="rId5"/>
    <p:sldLayoutId id="2147484845" r:id="rId6"/>
    <p:sldLayoutId id="2147484846" r:id="rId7"/>
    <p:sldLayoutId id="2147484847" r:id="rId8"/>
    <p:sldLayoutId id="2147484848" r:id="rId9"/>
    <p:sldLayoutId id="2147484849" r:id="rId10"/>
    <p:sldLayoutId id="2147484850" r:id="rId11"/>
    <p:sldLayoutId id="2147484851" r:id="rId12"/>
    <p:sldLayoutId id="2147484852" r:id="rId13"/>
    <p:sldLayoutId id="2147484853" r:id="rId14"/>
    <p:sldLayoutId id="2147484854" r:id="rId15"/>
    <p:sldLayoutId id="2147484855" r:id="rId16"/>
    <p:sldLayoutId id="2147484856" r:id="rId17"/>
    <p:sldLayoutId id="2147484857" r:id="rId18"/>
    <p:sldLayoutId id="2147484858" r:id="rId19"/>
    <p:sldLayoutId id="2147484859" r:id="rId20"/>
    <p:sldLayoutId id="2147484860" r:id="rId21"/>
    <p:sldLayoutId id="2147484861" r:id="rId22"/>
    <p:sldLayoutId id="2147484862" r:id="rId23"/>
    <p:sldLayoutId id="2147484863" r:id="rId24"/>
    <p:sldLayoutId id="2147484864" r:id="rId25"/>
    <p:sldLayoutId id="2147484865" r:id="rId26"/>
    <p:sldLayoutId id="2147484866" r:id="rId27"/>
    <p:sldLayoutId id="2147484867" r:id="rId28"/>
    <p:sldLayoutId id="2147484868" r:id="rId29"/>
    <p:sldLayoutId id="2147484869" r:id="rId30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40331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课题导入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5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MUBIAOYINLING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007768" y="1535187"/>
            <a:ext cx="4288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地表受热不均</a:t>
            </a:r>
            <a:r>
              <a:rPr lang="en-US" altLang="zh-CN" sz="2000" dirty="0" smtClean="0"/>
              <a:t>—</a:t>
            </a:r>
            <a:r>
              <a:rPr lang="zh-CN" altLang="en-US" sz="2000" dirty="0" smtClean="0"/>
              <a:t>热力环流（小尺度）</a:t>
            </a:r>
            <a:endParaRPr lang="zh-CN" altLang="en-US" sz="2000" dirty="0"/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6096000" y="1935297"/>
            <a:ext cx="1" cy="8857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849505" y="2806130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极地与赤道受热不均</a:t>
            </a:r>
            <a:endParaRPr lang="zh-CN" altLang="en-US" sz="2000" dirty="0"/>
          </a:p>
        </p:txBody>
      </p:sp>
      <p:cxnSp>
        <p:nvCxnSpPr>
          <p:cNvPr id="12" name="直接箭头连接符 11"/>
          <p:cNvCxnSpPr/>
          <p:nvPr/>
        </p:nvCxnSpPr>
        <p:spPr>
          <a:xfrm>
            <a:off x="6139736" y="3592924"/>
            <a:ext cx="706622" cy="24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744072" y="3377413"/>
            <a:ext cx="3775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假设地表性质均一、地球不自转</a:t>
            </a:r>
            <a:endParaRPr lang="zh-CN" altLang="en-US" sz="2000" dirty="0"/>
          </a:p>
        </p:txBody>
      </p:sp>
      <p:cxnSp>
        <p:nvCxnSpPr>
          <p:cNvPr id="16" name="直接箭头连接符 15"/>
          <p:cNvCxnSpPr/>
          <p:nvPr/>
        </p:nvCxnSpPr>
        <p:spPr>
          <a:xfrm flipH="1">
            <a:off x="6096000" y="3191371"/>
            <a:ext cx="1" cy="8857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5490706" y="5189130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三圈环流（全球尺度）</a:t>
            </a:r>
            <a:endParaRPr lang="zh-CN" altLang="en-US" sz="2000" dirty="0"/>
          </a:p>
        </p:txBody>
      </p:sp>
      <p:sp>
        <p:nvSpPr>
          <p:cNvPr id="18" name="矩形 17"/>
          <p:cNvSpPr/>
          <p:nvPr/>
        </p:nvSpPr>
        <p:spPr>
          <a:xfrm>
            <a:off x="5543590" y="398700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单圈环流</a:t>
            </a:r>
          </a:p>
        </p:txBody>
      </p:sp>
      <p:cxnSp>
        <p:nvCxnSpPr>
          <p:cNvPr id="19" name="直接箭头连接符 18"/>
          <p:cNvCxnSpPr/>
          <p:nvPr/>
        </p:nvCxnSpPr>
        <p:spPr>
          <a:xfrm flipH="1">
            <a:off x="6097588" y="4291058"/>
            <a:ext cx="1" cy="8857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6731280" y="4448301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假设地表性质均一、地球自转</a:t>
            </a:r>
            <a:endParaRPr lang="zh-CN" altLang="en-US" sz="2000" dirty="0"/>
          </a:p>
        </p:txBody>
      </p:sp>
      <p:cxnSp>
        <p:nvCxnSpPr>
          <p:cNvPr id="21" name="直接箭头连接符 20"/>
          <p:cNvCxnSpPr/>
          <p:nvPr/>
        </p:nvCxnSpPr>
        <p:spPr>
          <a:xfrm>
            <a:off x="6097588" y="4665028"/>
            <a:ext cx="706622" cy="24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033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5" grpId="0"/>
      <p:bldP spid="17" grpId="0"/>
      <p:bldP spid="18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7F5F4544-9D4B-488B-930D-CE5C1BB6834A}"/>
              </a:ext>
            </a:extLst>
          </p:cNvPr>
          <p:cNvSpPr txBox="1">
            <a:spLocks/>
          </p:cNvSpPr>
          <p:nvPr/>
        </p:nvSpPr>
        <p:spPr>
          <a:xfrm>
            <a:off x="4058" y="2420910"/>
            <a:ext cx="12187942" cy="166793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</a:ln>
        </p:spPr>
        <p:txBody>
          <a:bodyPr anchor="ctr"/>
          <a:lstStyle>
            <a:lvl1pPr marL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3600" b="0" i="0" u="non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Tx/>
            </a:pPr>
            <a:r>
              <a:rPr lang="zh-CN" altLang="en-US" sz="4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气压带、风带及其</a:t>
            </a:r>
            <a:r>
              <a:rPr lang="zh-CN" altLang="en-US" sz="4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对气候的影响</a:t>
            </a:r>
            <a:endParaRPr lang="en-US" altLang="zh-CN" sz="4400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9609FA7D-4711-458B-96D8-5D33E174E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1944" y="4365104"/>
            <a:ext cx="7548111" cy="1149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lnSpc>
                <a:spcPts val="44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高三地理组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ts val="4400"/>
              </a:lnSpc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程辰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347E1A-C816-4114-9B37-0D0AC7B50201}"/>
              </a:ext>
            </a:extLst>
          </p:cNvPr>
          <p:cNvSpPr/>
          <p:nvPr/>
        </p:nvSpPr>
        <p:spPr>
          <a:xfrm>
            <a:off x="4937219" y="5771973"/>
            <a:ext cx="2317559" cy="656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月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2104DF1-0A05-4375-89E9-F3A294C15285}"/>
              </a:ext>
            </a:extLst>
          </p:cNvPr>
          <p:cNvSpPr txBox="1"/>
          <p:nvPr/>
        </p:nvSpPr>
        <p:spPr>
          <a:xfrm>
            <a:off x="10160675" y="1503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地理一轮</a:t>
            </a:r>
            <a:r>
              <a:rPr lang="zh-CN" altLang="en-US" sz="2400" dirty="0"/>
              <a:t>复习</a:t>
            </a:r>
          </a:p>
        </p:txBody>
      </p:sp>
    </p:spTree>
    <p:extLst>
      <p:ext uri="{BB962C8B-B14F-4D97-AF65-F5344CB8AC3E}">
        <p14:creationId xmlns:p14="http://schemas.microsoft.com/office/powerpoint/2010/main" val="2009423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40331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目标引领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5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MUBIAOYINLING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61982" y="1628800"/>
            <a:ext cx="115212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800" dirty="0"/>
          </a:p>
          <a:p>
            <a:r>
              <a:rPr lang="en-US" altLang="zh-CN" sz="2800" dirty="0"/>
              <a:t>1</a:t>
            </a:r>
            <a:r>
              <a:rPr lang="en-US" altLang="zh-CN" sz="2800" dirty="0" smtClean="0"/>
              <a:t>.</a:t>
            </a:r>
            <a:r>
              <a:rPr lang="zh-CN" altLang="en-US" sz="2800" dirty="0" smtClean="0"/>
              <a:t>从</a:t>
            </a:r>
            <a:r>
              <a:rPr lang="zh-CN" altLang="en-US" sz="2800" dirty="0"/>
              <a:t>时空综合的角度分析气压带</a:t>
            </a:r>
            <a:r>
              <a:rPr lang="zh-CN" altLang="en-US" sz="2800" dirty="0" smtClean="0"/>
              <a:t>、风带</a:t>
            </a:r>
            <a:r>
              <a:rPr lang="zh-CN" altLang="en-US" sz="2800" dirty="0"/>
              <a:t>的空间分布、随季节的移动</a:t>
            </a:r>
            <a:r>
              <a:rPr lang="zh-CN" altLang="en-US" sz="2800" dirty="0" smtClean="0"/>
              <a:t>规律；</a:t>
            </a:r>
            <a:endParaRPr lang="en-US" altLang="zh-CN" sz="2800" dirty="0" smtClean="0"/>
          </a:p>
          <a:p>
            <a:endParaRPr lang="en-US" altLang="zh-CN" sz="2800" dirty="0"/>
          </a:p>
          <a:p>
            <a:r>
              <a:rPr lang="en-US" altLang="zh-CN" sz="2800" dirty="0"/>
              <a:t>2</a:t>
            </a:r>
            <a:r>
              <a:rPr lang="en-US" altLang="zh-CN" sz="2800" dirty="0" smtClean="0"/>
              <a:t>.</a:t>
            </a:r>
            <a:r>
              <a:rPr lang="zh-CN" altLang="en-US" sz="2800" dirty="0"/>
              <a:t>从要素综合的角度分析气压带</a:t>
            </a:r>
            <a:r>
              <a:rPr lang="zh-CN" altLang="en-US" sz="2800" dirty="0" smtClean="0"/>
              <a:t>、风带</a:t>
            </a:r>
            <a:r>
              <a:rPr lang="zh-CN" altLang="en-US" sz="2800" dirty="0"/>
              <a:t>的分布及移动对气候产生的</a:t>
            </a:r>
            <a:r>
              <a:rPr lang="zh-CN" altLang="en-US" sz="2800" dirty="0" smtClean="0"/>
              <a:t>影响；</a:t>
            </a:r>
            <a:endParaRPr lang="zh-CN" altLang="en-US" sz="2800" dirty="0"/>
          </a:p>
          <a:p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7496355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   _1">
            <a:extLst>
              <a:ext uri="{FF2B5EF4-FFF2-40B4-BE49-F238E27FC236}">
                <a16:creationId xmlns:a16="http://schemas.microsoft.com/office/drawing/2014/main" id="{20DD9311-87B6-457C-90C9-326B9FB7502C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latin typeface="+mj-ea"/>
              <a:ea typeface="+mj-ea"/>
            </a:endParaRPr>
          </a:p>
        </p:txBody>
      </p:sp>
      <p:sp>
        <p:nvSpPr>
          <p:cNvPr id="3" name="原创设计师QQ598969553             _2">
            <a:extLst>
              <a:ext uri="{FF2B5EF4-FFF2-40B4-BE49-F238E27FC236}">
                <a16:creationId xmlns:a16="http://schemas.microsoft.com/office/drawing/2014/main" id="{6317D09B-6F52-4738-A498-8203EF197B98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latin typeface="+mj-ea"/>
              <a:ea typeface="+mj-ea"/>
            </a:endParaRPr>
          </a:p>
        </p:txBody>
      </p:sp>
      <p:sp>
        <p:nvSpPr>
          <p:cNvPr id="5" name="原创设计师QQ598969553             _5">
            <a:extLst>
              <a:ext uri="{FF2B5EF4-FFF2-40B4-BE49-F238E27FC236}">
                <a16:creationId xmlns:a16="http://schemas.microsoft.com/office/drawing/2014/main" id="{EE353603-C640-4524-AB65-DD95B81A7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805" y="693038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>
                    <a:lumMod val="75000"/>
                  </a:prstClr>
                </a:solidFill>
                <a:latin typeface="Arial Black" panose="020B0A04020102020204" pitchFamily="34" charset="0"/>
                <a:ea typeface="+mj-ea"/>
                <a:cs typeface="宋体" panose="02010600030101010101" pitchFamily="2" charset="-122"/>
              </a:rPr>
              <a:t>ZIZHUXUEXI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6C13DA79-940B-47B5-A833-240E96AA2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290" y="1124744"/>
            <a:ext cx="119986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 smtClean="0">
                <a:latin typeface="+mn-ea"/>
                <a:ea typeface="+mn-ea"/>
                <a:cs typeface="Times New Roman" panose="02020603050405020304" pitchFamily="18" charset="0"/>
              </a:rPr>
              <a:t>问题</a:t>
            </a:r>
            <a:r>
              <a:rPr lang="en-US" altLang="zh-CN" sz="2400" b="1" dirty="0" smtClean="0">
                <a:latin typeface="+mn-ea"/>
                <a:ea typeface="+mn-ea"/>
                <a:cs typeface="Times New Roman" panose="02020603050405020304" pitchFamily="18" charset="0"/>
              </a:rPr>
              <a:t>1.</a:t>
            </a:r>
            <a:r>
              <a:rPr lang="zh-CN" altLang="en-US" sz="2400" b="1" dirty="0" smtClean="0">
                <a:latin typeface="+mn-ea"/>
                <a:ea typeface="+mn-ea"/>
                <a:cs typeface="Times New Roman" panose="02020603050405020304" pitchFamily="18" charset="0"/>
              </a:rPr>
              <a:t>请自己画图完成全球气压带、风带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（写清楚名称、画风向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、侧面画出三圈环流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endParaRPr lang="zh-CN" altLang="en-US" sz="2400" b="1" dirty="0">
              <a:solidFill>
                <a:srgbClr val="FF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D4C3AAC-352D-432A-B2EA-463428C10081}"/>
              </a:ext>
            </a:extLst>
          </p:cNvPr>
          <p:cNvSpPr/>
          <p:nvPr/>
        </p:nvSpPr>
        <p:spPr>
          <a:xfrm>
            <a:off x="191262" y="1733907"/>
            <a:ext cx="117106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问题</a:t>
            </a:r>
            <a:r>
              <a:rPr lang="en-US" altLang="zh-CN" sz="2400" b="1" dirty="0">
                <a:latin typeface="+mn-ea"/>
              </a:rPr>
              <a:t>2</a:t>
            </a:r>
            <a:r>
              <a:rPr lang="en-US" altLang="zh-CN" sz="2400" b="1" dirty="0" smtClean="0">
                <a:latin typeface="+mn-ea"/>
              </a:rPr>
              <a:t>.</a:t>
            </a:r>
            <a:r>
              <a:rPr lang="zh-CN" altLang="en-US" sz="2400" b="1" dirty="0" smtClean="0">
                <a:latin typeface="+mn-ea"/>
              </a:rPr>
              <a:t>根据所画三圈环流说出</a:t>
            </a:r>
            <a:r>
              <a:rPr lang="zh-CN" altLang="en-US" sz="2400" b="1" dirty="0">
                <a:latin typeface="+mn-ea"/>
              </a:rPr>
              <a:t>各气压</a:t>
            </a:r>
            <a:r>
              <a:rPr lang="zh-CN" altLang="en-US" sz="2400" b="1" dirty="0" smtClean="0">
                <a:latin typeface="+mn-ea"/>
              </a:rPr>
              <a:t>带、风带的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气流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运动方向、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成因、干湿性质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？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6" name="原创设计师QQ598969553             _3">
            <a:extLst>
              <a:ext uri="{FF2B5EF4-FFF2-40B4-BE49-F238E27FC236}">
                <a16:creationId xmlns:a16="http://schemas.microsoft.com/office/drawing/2014/main" id="{B2B63620-7C60-4B0A-887F-9F4DFEB99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691343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自主学习</a:t>
            </a:r>
            <a:r>
              <a:rPr lang="en-US" altLang="zh-CN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——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基础知识回顾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EA019E3-BF92-4EF5-AC03-4A164E15D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9" y="2600883"/>
            <a:ext cx="4464496" cy="42071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9432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EEA019E3-BF92-4EF5-AC03-4A164E15D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1510237"/>
            <a:ext cx="5621843" cy="529784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原创设计师QQ598969553             _1">
            <a:extLst>
              <a:ext uri="{FF2B5EF4-FFF2-40B4-BE49-F238E27FC236}">
                <a16:creationId xmlns:a16="http://schemas.microsoft.com/office/drawing/2014/main" id="{20DD9311-87B6-457C-90C9-326B9FB7502C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latin typeface="+mj-ea"/>
              <a:ea typeface="+mj-ea"/>
            </a:endParaRPr>
          </a:p>
        </p:txBody>
      </p:sp>
      <p:sp>
        <p:nvSpPr>
          <p:cNvPr id="10" name="原创设计师QQ598969553             _2">
            <a:extLst>
              <a:ext uri="{FF2B5EF4-FFF2-40B4-BE49-F238E27FC236}">
                <a16:creationId xmlns:a16="http://schemas.microsoft.com/office/drawing/2014/main" id="{6317D09B-6F52-4738-A498-8203EF197B98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latin typeface="+mj-ea"/>
              <a:ea typeface="+mj-ea"/>
            </a:endParaRPr>
          </a:p>
        </p:txBody>
      </p:sp>
      <p:sp>
        <p:nvSpPr>
          <p:cNvPr id="12" name="原创设计师QQ598969553             _5">
            <a:extLst>
              <a:ext uri="{FF2B5EF4-FFF2-40B4-BE49-F238E27FC236}">
                <a16:creationId xmlns:a16="http://schemas.microsoft.com/office/drawing/2014/main" id="{EE353603-C640-4524-AB65-DD95B81A7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805" y="693038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>
                    <a:lumMod val="75000"/>
                  </a:prstClr>
                </a:solidFill>
                <a:latin typeface="Arial Black" panose="020B0A04020102020204" pitchFamily="34" charset="0"/>
                <a:ea typeface="+mj-ea"/>
                <a:cs typeface="宋体" panose="02010600030101010101" pitchFamily="2" charset="-122"/>
              </a:rPr>
              <a:t>ZIZHUXUEXI</a:t>
            </a:r>
          </a:p>
        </p:txBody>
      </p:sp>
      <p:sp>
        <p:nvSpPr>
          <p:cNvPr id="13" name="Text Box 3">
            <a:extLst>
              <a:ext uri="{FF2B5EF4-FFF2-40B4-BE49-F238E27FC236}">
                <a16:creationId xmlns:a16="http://schemas.microsoft.com/office/drawing/2014/main" id="{6C13DA79-940B-47B5-A833-240E96AA2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290" y="1124744"/>
            <a:ext cx="119986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 smtClean="0">
                <a:latin typeface="+mn-ea"/>
                <a:ea typeface="+mn-ea"/>
                <a:cs typeface="Times New Roman" panose="02020603050405020304" pitchFamily="18" charset="0"/>
              </a:rPr>
              <a:t>问题</a:t>
            </a:r>
            <a:r>
              <a:rPr lang="en-US" altLang="zh-CN" sz="2400" b="1" dirty="0" smtClean="0">
                <a:latin typeface="+mn-ea"/>
                <a:ea typeface="+mn-ea"/>
                <a:cs typeface="Times New Roman" panose="02020603050405020304" pitchFamily="18" charset="0"/>
              </a:rPr>
              <a:t>1.</a:t>
            </a:r>
            <a:r>
              <a:rPr lang="zh-CN" altLang="en-US" sz="2400" b="1" dirty="0" smtClean="0">
                <a:latin typeface="+mn-ea"/>
                <a:ea typeface="+mn-ea"/>
                <a:cs typeface="Times New Roman" panose="02020603050405020304" pitchFamily="18" charset="0"/>
              </a:rPr>
              <a:t>请自己画图完成全球气压带、风带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（写清楚名称、画风向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、侧面画出三圈环流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endParaRPr lang="zh-CN" altLang="en-US" sz="2400" b="1" dirty="0">
              <a:solidFill>
                <a:srgbClr val="FF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原创设计师QQ598969553             _3">
            <a:extLst>
              <a:ext uri="{FF2B5EF4-FFF2-40B4-BE49-F238E27FC236}">
                <a16:creationId xmlns:a16="http://schemas.microsoft.com/office/drawing/2014/main" id="{B2B63620-7C60-4B0A-887F-9F4DFEB99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691343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自主学习</a:t>
            </a:r>
            <a:r>
              <a:rPr lang="en-US" altLang="zh-CN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——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基础知识回顾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34" r="9177" b="2487"/>
          <a:stretch/>
        </p:blipFill>
        <p:spPr>
          <a:xfrm>
            <a:off x="6168008" y="1608147"/>
            <a:ext cx="5112568" cy="523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489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115031"/>
              </p:ext>
            </p:extLst>
          </p:nvPr>
        </p:nvGraphicFramePr>
        <p:xfrm>
          <a:off x="1271464" y="2013882"/>
          <a:ext cx="9505057" cy="2743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84980">
                  <a:extLst>
                    <a:ext uri="{9D8B030D-6E8A-4147-A177-3AD203B41FA5}">
                      <a16:colId xmlns:a16="http://schemas.microsoft.com/office/drawing/2014/main" val="1658031794"/>
                    </a:ext>
                  </a:extLst>
                </a:gridCol>
                <a:gridCol w="1410428">
                  <a:extLst>
                    <a:ext uri="{9D8B030D-6E8A-4147-A177-3AD203B41FA5}">
                      <a16:colId xmlns:a16="http://schemas.microsoft.com/office/drawing/2014/main" val="1656102575"/>
                    </a:ext>
                  </a:extLst>
                </a:gridCol>
                <a:gridCol w="4353464">
                  <a:extLst>
                    <a:ext uri="{9D8B030D-6E8A-4147-A177-3AD203B41FA5}">
                      <a16:colId xmlns:a16="http://schemas.microsoft.com/office/drawing/2014/main" val="2042709989"/>
                    </a:ext>
                  </a:extLst>
                </a:gridCol>
                <a:gridCol w="1656185">
                  <a:extLst>
                    <a:ext uri="{9D8B030D-6E8A-4147-A177-3AD203B41FA5}">
                      <a16:colId xmlns:a16="http://schemas.microsoft.com/office/drawing/2014/main" val="34594780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effectLst/>
                        </a:rPr>
                        <a:t>气压带</a:t>
                      </a:r>
                      <a:endParaRPr lang="zh-CN" altLang="en-US" sz="2000" b="1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运动方向</a:t>
                      </a:r>
                      <a:endParaRPr lang="zh-CN" altLang="en-US" sz="2000" b="1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成因</a:t>
                      </a:r>
                      <a:endParaRPr lang="zh-CN" altLang="en-US" sz="2000" b="1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effectLst/>
                        </a:rPr>
                        <a:t>性质</a:t>
                      </a:r>
                      <a:endParaRPr lang="zh-CN" altLang="en-US" sz="2000" b="1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3854687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effectLst/>
                          <a:latin typeface="+mn-ea"/>
                          <a:ea typeface="+mn-ea"/>
                        </a:rPr>
                        <a:t>赤道低气压</a:t>
                      </a:r>
                      <a:r>
                        <a:rPr lang="zh-CN" altLang="en-US" sz="2000" b="1" kern="100" dirty="0">
                          <a:effectLst/>
                          <a:latin typeface="+mn-ea"/>
                          <a:ea typeface="+mn-ea"/>
                        </a:rPr>
                        <a:t>带</a:t>
                      </a:r>
                      <a:endParaRPr lang="zh-CN" altLang="en-US" sz="2000" b="1" kern="100" dirty="0">
                        <a:effectLst/>
                        <a:latin typeface="+mn-ea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000" b="1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000" b="1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000" b="1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942794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effectLst/>
                          <a:latin typeface="+mn-ea"/>
                          <a:ea typeface="+mn-ea"/>
                        </a:rPr>
                        <a:t>副热带高气压</a:t>
                      </a:r>
                      <a:r>
                        <a:rPr lang="zh-CN" altLang="en-US" sz="2000" b="1" kern="100" dirty="0">
                          <a:effectLst/>
                          <a:latin typeface="+mn-ea"/>
                          <a:ea typeface="+mn-ea"/>
                        </a:rPr>
                        <a:t>带</a:t>
                      </a:r>
                      <a:endParaRPr lang="zh-CN" altLang="en-US" sz="2000" b="1" kern="100" dirty="0">
                        <a:effectLst/>
                        <a:latin typeface="+mn-ea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000" b="1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000" b="1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000" b="1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34689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 i="0" kern="100" dirty="0" smtClean="0">
                          <a:effectLst/>
                          <a:latin typeface="+mn-ea"/>
                          <a:ea typeface="+mn-ea"/>
                          <a:cs typeface="Courier New" panose="02070309020205020404" pitchFamily="49" charset="0"/>
                        </a:rPr>
                        <a:t>副极地低气压带</a:t>
                      </a:r>
                      <a:endParaRPr lang="zh-CN" altLang="en-US" sz="2000" b="1" i="0" kern="100" dirty="0">
                        <a:effectLst/>
                        <a:latin typeface="+mn-ea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000" b="1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000" b="1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000" b="1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97194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 i="0" kern="100" dirty="0" smtClean="0">
                          <a:effectLst/>
                          <a:latin typeface="+mn-ea"/>
                          <a:ea typeface="+mn-ea"/>
                          <a:cs typeface="Courier New" panose="02070309020205020404" pitchFamily="49" charset="0"/>
                        </a:rPr>
                        <a:t>极地高气压带</a:t>
                      </a:r>
                      <a:endParaRPr lang="zh-CN" altLang="en-US" sz="2000" b="1" i="0" kern="100" dirty="0">
                        <a:effectLst/>
                        <a:latin typeface="+mn-ea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000" b="1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000" b="1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000" b="1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472205660"/>
                  </a:ext>
                </a:extLst>
              </a:tr>
            </a:tbl>
          </a:graphicData>
        </a:graphic>
      </p:graphicFrame>
      <p:sp>
        <p:nvSpPr>
          <p:cNvPr id="30" name="原创设计师QQ598969553             _1">
            <a:extLst>
              <a:ext uri="{FF2B5EF4-FFF2-40B4-BE49-F238E27FC236}">
                <a16:creationId xmlns:a16="http://schemas.microsoft.com/office/drawing/2014/main" id="{20DD9311-87B6-457C-90C9-326B9FB7502C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latin typeface="+mj-ea"/>
              <a:ea typeface="+mj-ea"/>
            </a:endParaRPr>
          </a:p>
        </p:txBody>
      </p:sp>
      <p:sp>
        <p:nvSpPr>
          <p:cNvPr id="31" name="原创设计师QQ598969553             _2">
            <a:extLst>
              <a:ext uri="{FF2B5EF4-FFF2-40B4-BE49-F238E27FC236}">
                <a16:creationId xmlns:a16="http://schemas.microsoft.com/office/drawing/2014/main" id="{6317D09B-6F52-4738-A498-8203EF197B98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latin typeface="+mj-ea"/>
              <a:ea typeface="+mj-ea"/>
            </a:endParaRPr>
          </a:p>
        </p:txBody>
      </p:sp>
      <p:sp>
        <p:nvSpPr>
          <p:cNvPr id="33" name="原创设计师QQ598969553             _5">
            <a:extLst>
              <a:ext uri="{FF2B5EF4-FFF2-40B4-BE49-F238E27FC236}">
                <a16:creationId xmlns:a16="http://schemas.microsoft.com/office/drawing/2014/main" id="{EE353603-C640-4524-AB65-DD95B81A7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805" y="693038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>
                    <a:lumMod val="75000"/>
                  </a:prstClr>
                </a:solidFill>
                <a:latin typeface="Arial Black" panose="020B0A04020102020204" pitchFamily="34" charset="0"/>
                <a:ea typeface="+mj-ea"/>
                <a:cs typeface="宋体" panose="02010600030101010101" pitchFamily="2" charset="-122"/>
              </a:rPr>
              <a:t>ZIZHUXUEXI</a:t>
            </a:r>
          </a:p>
        </p:txBody>
      </p:sp>
      <p:sp>
        <p:nvSpPr>
          <p:cNvPr id="34" name="原创设计师QQ598969553             _3">
            <a:extLst>
              <a:ext uri="{FF2B5EF4-FFF2-40B4-BE49-F238E27FC236}">
                <a16:creationId xmlns:a16="http://schemas.microsoft.com/office/drawing/2014/main" id="{B2B63620-7C60-4B0A-887F-9F4DFEB99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691343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自主学习</a:t>
            </a:r>
            <a:r>
              <a:rPr lang="en-US" altLang="zh-CN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——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基础知识回顾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63352" y="5085184"/>
            <a:ext cx="11407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思考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400" b="1" dirty="0" smtClean="0"/>
              <a:t>为什么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上升气流多为湿润，下沉气流多为干燥？风带</a:t>
            </a:r>
            <a:r>
              <a:rPr lang="zh-CN" altLang="en-US" sz="2400" b="1" dirty="0" smtClean="0"/>
              <a:t>有没有类似的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干湿性质？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127448" y="5949280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上升空气遇冷，水汽易凝结，湿润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168583" y="5949280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下沉空气遇热，水汽易蒸发，干燥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D4C3AAC-352D-432A-B2EA-463428C10081}"/>
              </a:ext>
            </a:extLst>
          </p:cNvPr>
          <p:cNvSpPr/>
          <p:nvPr/>
        </p:nvSpPr>
        <p:spPr>
          <a:xfrm>
            <a:off x="263352" y="1052736"/>
            <a:ext cx="117106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问题</a:t>
            </a:r>
            <a:r>
              <a:rPr lang="en-US" altLang="zh-CN" sz="2400" b="1" dirty="0">
                <a:latin typeface="+mn-ea"/>
              </a:rPr>
              <a:t>2</a:t>
            </a:r>
            <a:r>
              <a:rPr lang="en-US" altLang="zh-CN" sz="2400" b="1" dirty="0" smtClean="0">
                <a:latin typeface="+mn-ea"/>
              </a:rPr>
              <a:t>.</a:t>
            </a:r>
            <a:r>
              <a:rPr lang="zh-CN" altLang="en-US" sz="2400" b="1" dirty="0" smtClean="0">
                <a:latin typeface="+mn-ea"/>
              </a:rPr>
              <a:t>根据所画三圈环流说出</a:t>
            </a:r>
            <a:r>
              <a:rPr lang="zh-CN" altLang="en-US" sz="2400" b="1" dirty="0">
                <a:latin typeface="+mn-ea"/>
              </a:rPr>
              <a:t>各气压</a:t>
            </a:r>
            <a:r>
              <a:rPr lang="zh-CN" altLang="en-US" sz="2400" b="1" dirty="0" smtClean="0">
                <a:latin typeface="+mn-ea"/>
              </a:rPr>
              <a:t>带的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气流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运动方向、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成因、干湿性质？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7728" y="27089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上升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3647728" y="321297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下降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3647728" y="377329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上升</a:t>
            </a:r>
            <a:endParaRPr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3662083" y="431342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下降</a:t>
            </a:r>
            <a:endParaRPr lang="zh-CN" altLang="en-US" dirty="0"/>
          </a:p>
        </p:txBody>
      </p:sp>
      <p:sp>
        <p:nvSpPr>
          <p:cNvPr id="36" name="文本框 35"/>
          <p:cNvSpPr txBox="1"/>
          <p:nvPr/>
        </p:nvSpPr>
        <p:spPr>
          <a:xfrm>
            <a:off x="5966997" y="263691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空气受热膨胀上升</a:t>
            </a:r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4928250" y="3200816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空气在高空堆积，密度增大，被迫下沉</a:t>
            </a:r>
            <a:endParaRPr lang="zh-CN" altLang="en-US" dirty="0"/>
          </a:p>
        </p:txBody>
      </p:sp>
      <p:sp>
        <p:nvSpPr>
          <p:cNvPr id="39" name="文本框 38"/>
          <p:cNvSpPr txBox="1"/>
          <p:nvPr/>
        </p:nvSpPr>
        <p:spPr>
          <a:xfrm>
            <a:off x="5576159" y="3757150"/>
            <a:ext cx="3112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低纬暖空气较轻，被迫抬升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807968" y="4313421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空气遇冷收缩下沉</a:t>
            </a:r>
          </a:p>
        </p:txBody>
      </p:sp>
      <p:sp>
        <p:nvSpPr>
          <p:cNvPr id="40" name="矩形 39"/>
          <p:cNvSpPr/>
          <p:nvPr/>
        </p:nvSpPr>
        <p:spPr>
          <a:xfrm>
            <a:off x="9480376" y="265664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湿润</a:t>
            </a:r>
            <a:endParaRPr lang="zh-CN" altLang="en-US" dirty="0"/>
          </a:p>
        </p:txBody>
      </p:sp>
      <p:sp>
        <p:nvSpPr>
          <p:cNvPr id="41" name="矩形 40"/>
          <p:cNvSpPr/>
          <p:nvPr/>
        </p:nvSpPr>
        <p:spPr>
          <a:xfrm>
            <a:off x="9480376" y="3212976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干燥</a:t>
            </a:r>
            <a:endParaRPr lang="zh-CN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9552384" y="377329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湿润</a:t>
            </a:r>
            <a:endParaRPr lang="zh-CN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9552383" y="430433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干燥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9304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5" grpId="0"/>
      <p:bldP spid="37" grpId="0"/>
      <p:bldP spid="2" grpId="0"/>
      <p:bldP spid="26" grpId="0"/>
      <p:bldP spid="27" grpId="0"/>
      <p:bldP spid="32" grpId="0"/>
      <p:bldP spid="36" grpId="0"/>
      <p:bldP spid="38" grpId="0"/>
      <p:bldP spid="39" grpId="0"/>
      <p:bldP spid="3" grpId="0"/>
      <p:bldP spid="40" grpId="0"/>
      <p:bldP spid="41" grpId="0"/>
      <p:bldP spid="42" grpId="0"/>
      <p:bldP spid="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7" t="10934" r="9177" b="2487"/>
          <a:stretch/>
        </p:blipFill>
        <p:spPr>
          <a:xfrm>
            <a:off x="335360" y="764704"/>
            <a:ext cx="4684852" cy="505395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91344" y="260648"/>
            <a:ext cx="11407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思考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为什么上升空气多为湿润，下沉空气多为干燥？风带有没有类似的干湿性质？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18859" y="980728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上升空气遇冷，水汽易凝结，湿润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5327134" y="2444792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下沉空气遇热，水汽易蒸发，干燥</a:t>
            </a:r>
            <a:endParaRPr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5327134" y="1712760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空气从低纬向高纬运动遇冷，湿润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18859" y="3110940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空气从高纬向低纬运动遇热，干燥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5290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51384" y="1916832"/>
            <a:ext cx="1130525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/>
              <a:t>       从</a:t>
            </a:r>
            <a:r>
              <a:rPr lang="zh-CN" altLang="en-US" sz="2800" dirty="0"/>
              <a:t>全球</a:t>
            </a:r>
            <a:r>
              <a:rPr lang="zh-CN" altLang="en-US" sz="2800" dirty="0" smtClean="0"/>
              <a:t>来讲大气环流</a:t>
            </a:r>
            <a:r>
              <a:rPr lang="zh-CN" altLang="en-US" sz="2800" dirty="0"/>
              <a:t>把热量和水汽从一个地区输送到另一个地区，使</a:t>
            </a:r>
            <a:r>
              <a:rPr lang="zh-CN" altLang="en-US" sz="2800" dirty="0">
                <a:solidFill>
                  <a:srgbClr val="FF0000"/>
                </a:solidFill>
              </a:rPr>
              <a:t>高低纬度之间、海陆之间的热量和水分得到交换</a:t>
            </a:r>
            <a:r>
              <a:rPr lang="zh-CN" altLang="en-US" sz="2800" dirty="0"/>
              <a:t>，是</a:t>
            </a:r>
            <a:r>
              <a:rPr lang="zh-CN" altLang="en-US" sz="2800" dirty="0">
                <a:solidFill>
                  <a:srgbClr val="FF0000"/>
                </a:solidFill>
              </a:rPr>
              <a:t>各地天气变化和气候形成的重要因素</a:t>
            </a:r>
            <a:r>
              <a:rPr lang="zh-CN" altLang="en-US" sz="2800" dirty="0"/>
              <a:t>。</a:t>
            </a:r>
            <a:r>
              <a:rPr lang="zh-CN" altLang="en-US" sz="2800" dirty="0" smtClean="0"/>
              <a:t>一般而言</a:t>
            </a:r>
            <a:r>
              <a:rPr lang="zh-CN" altLang="en-US" sz="2800" dirty="0"/>
              <a:t>，</a:t>
            </a:r>
            <a:r>
              <a:rPr lang="zh-CN" altLang="en-US" sz="2800" dirty="0">
                <a:solidFill>
                  <a:srgbClr val="FF0000"/>
                </a:solidFill>
              </a:rPr>
              <a:t>不同的气压带和风带控制下的地区会形成不同的气候。</a:t>
            </a:r>
          </a:p>
        </p:txBody>
      </p:sp>
    </p:spTree>
    <p:extLst>
      <p:ext uri="{BB962C8B-B14F-4D97-AF65-F5344CB8AC3E}">
        <p14:creationId xmlns:p14="http://schemas.microsoft.com/office/powerpoint/2010/main" val="2968717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93617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引导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探究</a:t>
            </a:r>
            <a:r>
              <a:rPr lang="en-US" altLang="zh-CN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气压带、风带对气候的影响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5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YINDAOTANJIU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61982" y="1000049"/>
            <a:ext cx="6319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/>
              <a:t>问题</a:t>
            </a:r>
            <a:r>
              <a:rPr lang="en-US" altLang="zh-CN" sz="2400" b="1" dirty="0" smtClean="0"/>
              <a:t>1.</a:t>
            </a:r>
            <a:r>
              <a:rPr lang="zh-CN" altLang="en-US" sz="2400" b="1" dirty="0" smtClean="0"/>
              <a:t>回忆并填写完成世界气候理想分布图？</a:t>
            </a:r>
            <a:endParaRPr lang="zh-CN" altLang="en-US" sz="24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361982" y="1484784"/>
            <a:ext cx="117509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问题</a:t>
            </a:r>
            <a:r>
              <a:rPr lang="en-US" altLang="zh-CN" sz="2400" b="1" dirty="0"/>
              <a:t>2</a:t>
            </a:r>
            <a:r>
              <a:rPr lang="en-US" altLang="zh-CN" sz="2400" b="1" dirty="0" smtClean="0"/>
              <a:t>.</a:t>
            </a:r>
            <a:r>
              <a:rPr lang="zh-CN" altLang="en-US" sz="2400" b="1" dirty="0" smtClean="0"/>
              <a:t>据世界气候理想分布图找出影响下列气候</a:t>
            </a:r>
            <a:r>
              <a:rPr lang="zh-CN" altLang="en-US" sz="2400" b="1" dirty="0">
                <a:solidFill>
                  <a:srgbClr val="FF0000"/>
                </a:solidFill>
              </a:rPr>
              <a:t>（亚寒带、极地气候不考虑）</a:t>
            </a:r>
            <a:r>
              <a:rPr lang="zh-CN" altLang="en-US" sz="2400" b="1" dirty="0" smtClean="0"/>
              <a:t>的气压带、风带类型，并说明受其影响下的气候特征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（给出依据）</a:t>
            </a:r>
            <a:r>
              <a:rPr lang="zh-CN" altLang="en-US" sz="2400" b="1" dirty="0" smtClean="0"/>
              <a:t>？</a:t>
            </a:r>
            <a:endParaRPr lang="en-US" altLang="zh-CN" sz="2400" b="1" dirty="0" smtClean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/>
          <a:srcRect r="23643"/>
          <a:stretch/>
        </p:blipFill>
        <p:spPr>
          <a:xfrm>
            <a:off x="183013" y="2295498"/>
            <a:ext cx="5154096" cy="440251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" r="22333"/>
          <a:stretch/>
        </p:blipFill>
        <p:spPr>
          <a:xfrm>
            <a:off x="6096000" y="2352988"/>
            <a:ext cx="5144471" cy="4330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702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93617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引导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探究</a:t>
            </a:r>
            <a:r>
              <a:rPr lang="en-US" altLang="zh-CN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气压带、风带对气候的影响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5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YINDAOTANJIU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61982" y="1052736"/>
            <a:ext cx="117509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问题</a:t>
            </a:r>
            <a:r>
              <a:rPr lang="en-US" altLang="zh-CN" sz="2400" b="1" dirty="0"/>
              <a:t>2</a:t>
            </a:r>
            <a:r>
              <a:rPr lang="en-US" altLang="zh-CN" sz="2400" b="1" dirty="0" smtClean="0"/>
              <a:t>.</a:t>
            </a:r>
            <a:r>
              <a:rPr lang="zh-CN" altLang="en-US" sz="2400" b="1" dirty="0" smtClean="0"/>
              <a:t>据世界气候理想分布图找出影响下列气候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（亚寒带、极地气候不考虑）</a:t>
            </a:r>
            <a:r>
              <a:rPr lang="zh-CN" altLang="en-US" sz="2400" b="1" dirty="0" smtClean="0"/>
              <a:t>的气压带、风带类型，并分析受其影响下的气候特征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（给出依据）</a:t>
            </a:r>
            <a:r>
              <a:rPr lang="zh-CN" altLang="en-US" sz="2400" b="1" dirty="0" smtClean="0"/>
              <a:t>？</a:t>
            </a:r>
            <a:endParaRPr lang="en-US" altLang="zh-CN" sz="2400" b="1" dirty="0" smtClean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"/>
          <a:stretch/>
        </p:blipFill>
        <p:spPr>
          <a:xfrm>
            <a:off x="119336" y="1853404"/>
            <a:ext cx="5976664" cy="489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636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93617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引导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探究</a:t>
            </a:r>
            <a:r>
              <a:rPr lang="en-US" altLang="zh-CN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气压带、风带对气候的影响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5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YINDAOTANJIU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61982" y="1052736"/>
            <a:ext cx="117509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问题</a:t>
            </a:r>
            <a:r>
              <a:rPr lang="en-US" altLang="zh-CN" sz="2400" b="1" dirty="0"/>
              <a:t>2</a:t>
            </a:r>
            <a:r>
              <a:rPr lang="en-US" altLang="zh-CN" sz="2400" b="1" dirty="0" smtClean="0"/>
              <a:t>.</a:t>
            </a:r>
            <a:r>
              <a:rPr lang="zh-CN" altLang="en-US" sz="2400" b="1" dirty="0" smtClean="0"/>
              <a:t>据世界气候理想分布图找出影响下列</a:t>
            </a:r>
            <a:r>
              <a:rPr lang="zh-CN" altLang="en-US" sz="2400" b="1" dirty="0"/>
              <a:t>气候</a:t>
            </a:r>
            <a:r>
              <a:rPr lang="zh-CN" altLang="en-US" sz="2400" b="1" dirty="0">
                <a:solidFill>
                  <a:srgbClr val="FF0000"/>
                </a:solidFill>
              </a:rPr>
              <a:t>（亚寒带、极地气候不考虑）</a:t>
            </a:r>
            <a:r>
              <a:rPr lang="zh-CN" altLang="en-US" sz="2400" b="1" dirty="0"/>
              <a:t>的</a:t>
            </a:r>
            <a:r>
              <a:rPr lang="zh-CN" altLang="en-US" sz="2400" b="1" dirty="0" smtClean="0"/>
              <a:t>气压带、风带类型，并分析受其影响下的气候特征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（给出依据）</a:t>
            </a:r>
            <a:r>
              <a:rPr lang="zh-CN" altLang="en-US" sz="2400" b="1" dirty="0" smtClean="0"/>
              <a:t>？</a:t>
            </a:r>
            <a:endParaRPr lang="en-US" altLang="zh-CN" sz="2400" b="1" dirty="0" smtClean="0"/>
          </a:p>
        </p:txBody>
      </p:sp>
      <p:sp>
        <p:nvSpPr>
          <p:cNvPr id="8" name="文本框 7"/>
          <p:cNvSpPr txBox="1"/>
          <p:nvPr/>
        </p:nvSpPr>
        <p:spPr>
          <a:xfrm>
            <a:off x="6120339" y="2039526"/>
            <a:ext cx="4368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①热带雨林气候</a:t>
            </a:r>
            <a:endParaRPr lang="en-US" altLang="zh-CN" sz="2400" b="1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6096000" y="2945269"/>
            <a:ext cx="26324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气压带、风带：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04688" y="3419708"/>
            <a:ext cx="603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气候特征：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04688" y="3894147"/>
            <a:ext cx="603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判断依据 ：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096000" y="2492896"/>
            <a:ext cx="2108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分布位置 ：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091301" y="2545351"/>
            <a:ext cx="18101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南北纬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10°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之间</a:t>
            </a:r>
          </a:p>
        </p:txBody>
      </p:sp>
      <p:sp>
        <p:nvSpPr>
          <p:cNvPr id="18" name="矩形 17"/>
          <p:cNvSpPr/>
          <p:nvPr/>
        </p:nvSpPr>
        <p:spPr>
          <a:xfrm>
            <a:off x="8530684" y="2982529"/>
            <a:ext cx="27414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常年受赤道低气压带控制</a:t>
            </a:r>
          </a:p>
        </p:txBody>
      </p:sp>
      <p:sp>
        <p:nvSpPr>
          <p:cNvPr id="19" name="矩形 18"/>
          <p:cNvSpPr/>
          <p:nvPr/>
        </p:nvSpPr>
        <p:spPr>
          <a:xfrm>
            <a:off x="7881948" y="3474780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全年多雨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844558" y="3949220"/>
            <a:ext cx="43685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赤道低气压带盛行上升气流，降水机率大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"/>
          <a:stretch/>
        </p:blipFill>
        <p:spPr>
          <a:xfrm>
            <a:off x="119336" y="1853404"/>
            <a:ext cx="5976664" cy="489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087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/>
      <p:bldP spid="19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93617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引导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探究</a:t>
            </a:r>
            <a:r>
              <a:rPr lang="en-US" altLang="zh-CN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气压带、风带对气候的影响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5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YINDAOTANJIU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61982" y="1052736"/>
            <a:ext cx="117509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问题</a:t>
            </a:r>
            <a:r>
              <a:rPr lang="en-US" altLang="zh-CN" sz="2400" b="1" dirty="0"/>
              <a:t>2</a:t>
            </a:r>
            <a:r>
              <a:rPr lang="en-US" altLang="zh-CN" sz="2400" b="1" dirty="0" smtClean="0"/>
              <a:t>.</a:t>
            </a:r>
            <a:r>
              <a:rPr lang="zh-CN" altLang="en-US" sz="2400" b="1" dirty="0" smtClean="0"/>
              <a:t>据世界气候理想分布图找出影响下列气候的气压带、风带类型，并分析受其影响下的气候特征（说明判断依据）？</a:t>
            </a:r>
            <a:endParaRPr lang="en-US" altLang="zh-CN" sz="2400" b="1" dirty="0" smtClean="0"/>
          </a:p>
        </p:txBody>
      </p:sp>
      <p:sp>
        <p:nvSpPr>
          <p:cNvPr id="8" name="文本框 7"/>
          <p:cNvSpPr txBox="1"/>
          <p:nvPr/>
        </p:nvSpPr>
        <p:spPr>
          <a:xfrm>
            <a:off x="6120339" y="2039526"/>
            <a:ext cx="4368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②热带草原气候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0" y="2945269"/>
            <a:ext cx="26324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气压带、风带：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04688" y="3429000"/>
            <a:ext cx="603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气候特征：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04688" y="3903439"/>
            <a:ext cx="603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判断依据 ：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096000" y="2492896"/>
            <a:ext cx="2108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分布位置 ：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968208" y="2532385"/>
            <a:ext cx="25891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南北纬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10°-20°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之间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473173" y="2996952"/>
            <a:ext cx="38155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赤道低压带和信风带交替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控制</a:t>
            </a:r>
          </a:p>
        </p:txBody>
      </p:sp>
      <p:sp>
        <p:nvSpPr>
          <p:cNvPr id="14" name="矩形 13"/>
          <p:cNvSpPr/>
          <p:nvPr/>
        </p:nvSpPr>
        <p:spPr>
          <a:xfrm>
            <a:off x="7896200" y="3465874"/>
            <a:ext cx="22765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干季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少雨</a:t>
            </a:r>
            <a:r>
              <a:rPr lang="zh-CN" altLang="en-US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，湿季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多雨</a:t>
            </a:r>
          </a:p>
        </p:txBody>
      </p:sp>
      <p:sp>
        <p:nvSpPr>
          <p:cNvPr id="15" name="矩形 14"/>
          <p:cNvSpPr/>
          <p:nvPr/>
        </p:nvSpPr>
        <p:spPr>
          <a:xfrm>
            <a:off x="7871197" y="3995772"/>
            <a:ext cx="43685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赤道低气压带盛行上升气流，</a:t>
            </a:r>
            <a:r>
              <a:rPr lang="zh-CN" altLang="en-US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降水偏多；</a:t>
            </a:r>
            <a:endParaRPr lang="zh-CN" altLang="en-US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120339" y="4654877"/>
            <a:ext cx="60243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问题：为什么能够判断出热带草原气候区是气压带和风带交替控制？你有什么依据？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"/>
          <a:stretch/>
        </p:blipFill>
        <p:spPr>
          <a:xfrm>
            <a:off x="24339" y="1906164"/>
            <a:ext cx="6096000" cy="489695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7095499" y="5877272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气压带、风带存在季节移动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587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/>
      <p:bldP spid="15" grpId="0"/>
      <p:bldP spid="18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6106752" y="260648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季节</a:t>
            </a:r>
            <a:r>
              <a:rPr lang="zh-CN" altLang="en-US" sz="2400" dirty="0">
                <a:solidFill>
                  <a:srgbClr val="FF0000"/>
                </a:solidFill>
              </a:rPr>
              <a:t>移动规律</a:t>
            </a:r>
            <a:r>
              <a:rPr lang="zh-CN" altLang="en-US" sz="2400" dirty="0" smtClean="0">
                <a:solidFill>
                  <a:srgbClr val="FF0000"/>
                </a:solidFill>
              </a:rPr>
              <a:t>：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106752" y="1926960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 smtClean="0"/>
              <a:t>移动规律</a:t>
            </a:r>
            <a:r>
              <a:rPr lang="zh-CN" altLang="en-US" sz="2400" dirty="0" smtClean="0">
                <a:sym typeface="Wingdings" panose="05000000000000000000" pitchFamily="2" charset="2"/>
              </a:rPr>
              <a:t>：（以北半球为例）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6960096" y="1359311"/>
            <a:ext cx="37753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随太阳直射点的南北移动而</a:t>
            </a:r>
            <a:r>
              <a:rPr lang="zh-CN" altLang="en-US" sz="2000" dirty="0" smtClean="0"/>
              <a:t>移动</a:t>
            </a:r>
            <a:endParaRPr lang="zh-CN" altLang="en-US" sz="2000" dirty="0"/>
          </a:p>
        </p:txBody>
      </p:sp>
      <p:sp>
        <p:nvSpPr>
          <p:cNvPr id="15" name="矩形 14"/>
          <p:cNvSpPr/>
          <p:nvPr/>
        </p:nvSpPr>
        <p:spPr>
          <a:xfrm>
            <a:off x="6171030" y="910007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/>
              <a:t>成因：</a:t>
            </a:r>
            <a:endParaRPr lang="zh-CN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6888088" y="2543803"/>
            <a:ext cx="50577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/>
              <a:t>与二分日相比，大致</a:t>
            </a:r>
            <a:r>
              <a:rPr lang="zh-CN" altLang="en-US" sz="2000" dirty="0"/>
              <a:t>夏季偏北，冬季偏南。</a:t>
            </a:r>
          </a:p>
        </p:txBody>
      </p:sp>
      <p:sp>
        <p:nvSpPr>
          <p:cNvPr id="17" name="矩形 16"/>
          <p:cNvSpPr/>
          <p:nvPr/>
        </p:nvSpPr>
        <p:spPr>
          <a:xfrm>
            <a:off x="6096000" y="3614087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注意：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气压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带和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风带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移动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幅度为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个纬度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。其是否发生移动，可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参照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副热带高气压带与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30°N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位置（或赤道低气压带与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0°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的位置关系）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9" name="图片 18" descr="G:/教学/一轮复习/一轮复习集备/一轮三维设计/PPT可自主编辑课件/模块一  第二章  地球上的大气/19SWYRD2-47.TIF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47328" y="405950"/>
            <a:ext cx="6048672" cy="5516461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8805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14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93617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引导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探究</a:t>
            </a:r>
            <a:r>
              <a:rPr lang="en-US" altLang="zh-CN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气压带、风带对气候的影响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5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YINDAOTANJIU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61982" y="1052736"/>
            <a:ext cx="117509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问题</a:t>
            </a:r>
            <a:r>
              <a:rPr lang="en-US" altLang="zh-CN" sz="2400" b="1" dirty="0"/>
              <a:t>2</a:t>
            </a:r>
            <a:r>
              <a:rPr lang="en-US" altLang="zh-CN" sz="2400" b="1" dirty="0" smtClean="0"/>
              <a:t>.</a:t>
            </a:r>
            <a:r>
              <a:rPr lang="zh-CN" altLang="en-US" sz="2400" b="1" dirty="0" smtClean="0"/>
              <a:t>据世界气候理想分布图找出影响下列气候的气压带、风带类型，并分析受其影响下的气候特征（说明判断依据）？</a:t>
            </a:r>
            <a:endParaRPr lang="en-US" altLang="zh-CN" sz="2400" b="1" dirty="0" smtClean="0"/>
          </a:p>
        </p:txBody>
      </p:sp>
      <p:sp>
        <p:nvSpPr>
          <p:cNvPr id="8" name="文本框 7"/>
          <p:cNvSpPr txBox="1"/>
          <p:nvPr/>
        </p:nvSpPr>
        <p:spPr>
          <a:xfrm>
            <a:off x="6120339" y="2039526"/>
            <a:ext cx="4368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③热带沙漠气候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0" y="2945269"/>
            <a:ext cx="26324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气压带、风带：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04688" y="3429000"/>
            <a:ext cx="603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气候特征：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04688" y="3903439"/>
            <a:ext cx="603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判断依据 ：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096000" y="2492896"/>
            <a:ext cx="2108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分布位置 ：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968208" y="2532385"/>
            <a:ext cx="40527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回归线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—30°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间的大陆西岸或内部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376485" y="2996952"/>
            <a:ext cx="381551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副热带高气压带或信风带控制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6200" y="3465874"/>
            <a:ext cx="12170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全年少雨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896200" y="3972846"/>
            <a:ext cx="4295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赤道低压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带盛行上升气流，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降水偏多；</a:t>
            </a:r>
            <a:endParaRPr lang="en-US" altLang="zh-CN" sz="20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"/>
          <a:stretch/>
        </p:blipFill>
        <p:spPr>
          <a:xfrm>
            <a:off x="119336" y="1853404"/>
            <a:ext cx="5976664" cy="489695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7896200" y="4394024"/>
            <a:ext cx="4295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信风带从高纬吹向低纬，降水较少；</a:t>
            </a:r>
            <a:endParaRPr lang="en-US" altLang="zh-CN" sz="20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0595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/>
      <p:bldP spid="15" grpId="0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93617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引导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探究</a:t>
            </a:r>
            <a:r>
              <a:rPr lang="en-US" altLang="zh-CN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气压带、风带对气候的影响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5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YINDAOTANJIU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61982" y="1052736"/>
            <a:ext cx="117509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问题</a:t>
            </a:r>
            <a:r>
              <a:rPr lang="en-US" altLang="zh-CN" sz="2400" b="1" dirty="0"/>
              <a:t>2</a:t>
            </a:r>
            <a:r>
              <a:rPr lang="en-US" altLang="zh-CN" sz="2400" b="1" dirty="0" smtClean="0"/>
              <a:t>.</a:t>
            </a:r>
            <a:r>
              <a:rPr lang="zh-CN" altLang="en-US" sz="2400" b="1" dirty="0" smtClean="0"/>
              <a:t>据世界气候理想分布图找出影响下列气候的气压带、风带类型，并分析受其影响下的气候特征（说明判断依据）？</a:t>
            </a:r>
            <a:endParaRPr lang="en-US" altLang="zh-CN" sz="2400" b="1" dirty="0" smtClean="0"/>
          </a:p>
        </p:txBody>
      </p:sp>
      <p:sp>
        <p:nvSpPr>
          <p:cNvPr id="21" name="文本框 20"/>
          <p:cNvSpPr txBox="1"/>
          <p:nvPr/>
        </p:nvSpPr>
        <p:spPr>
          <a:xfrm>
            <a:off x="12482" y="2900740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单一气压带或风带控制的</a:t>
            </a:r>
            <a:endParaRPr lang="zh-CN" altLang="en-US" sz="2400" dirty="0"/>
          </a:p>
        </p:txBody>
      </p:sp>
      <p:sp>
        <p:nvSpPr>
          <p:cNvPr id="22" name="文本框 21"/>
          <p:cNvSpPr txBox="1"/>
          <p:nvPr/>
        </p:nvSpPr>
        <p:spPr>
          <a:xfrm>
            <a:off x="-49080" y="5306621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气压带和风带交替控制的</a:t>
            </a:r>
            <a:endParaRPr lang="zh-CN" altLang="en-US" sz="2400" dirty="0"/>
          </a:p>
        </p:txBody>
      </p:sp>
      <p:sp>
        <p:nvSpPr>
          <p:cNvPr id="23" name="左大括号 22"/>
          <p:cNvSpPr/>
          <p:nvPr/>
        </p:nvSpPr>
        <p:spPr>
          <a:xfrm>
            <a:off x="3503712" y="2173413"/>
            <a:ext cx="492209" cy="1945076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左大括号 23"/>
          <p:cNvSpPr/>
          <p:nvPr/>
        </p:nvSpPr>
        <p:spPr>
          <a:xfrm>
            <a:off x="3513139" y="4616158"/>
            <a:ext cx="492209" cy="2016224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995921" y="1964636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热带雨林气候</a:t>
            </a:r>
            <a:endParaRPr lang="zh-CN" altLang="en-US" sz="2400" dirty="0"/>
          </a:p>
        </p:txBody>
      </p:sp>
      <p:sp>
        <p:nvSpPr>
          <p:cNvPr id="26" name="文本框 25"/>
          <p:cNvSpPr txBox="1"/>
          <p:nvPr/>
        </p:nvSpPr>
        <p:spPr>
          <a:xfrm>
            <a:off x="3962126" y="288244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热带沙漠气候</a:t>
            </a:r>
            <a:endParaRPr lang="zh-CN" altLang="en-US" sz="2400" dirty="0"/>
          </a:p>
        </p:txBody>
      </p:sp>
      <p:sp>
        <p:nvSpPr>
          <p:cNvPr id="27" name="文本框 26"/>
          <p:cNvSpPr txBox="1"/>
          <p:nvPr/>
        </p:nvSpPr>
        <p:spPr>
          <a:xfrm>
            <a:off x="3945188" y="3794453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温带海洋性气候</a:t>
            </a:r>
            <a:endParaRPr lang="zh-CN" altLang="en-US" sz="2400" dirty="0"/>
          </a:p>
        </p:txBody>
      </p:sp>
      <p:sp>
        <p:nvSpPr>
          <p:cNvPr id="28" name="文本框 27"/>
          <p:cNvSpPr txBox="1"/>
          <p:nvPr/>
        </p:nvSpPr>
        <p:spPr>
          <a:xfrm>
            <a:off x="3945224" y="4337995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热带草原气候</a:t>
            </a:r>
            <a:endParaRPr lang="zh-CN" altLang="en-US" sz="2400" dirty="0"/>
          </a:p>
        </p:txBody>
      </p:sp>
      <p:sp>
        <p:nvSpPr>
          <p:cNvPr id="29" name="文本框 28"/>
          <p:cNvSpPr txBox="1"/>
          <p:nvPr/>
        </p:nvSpPr>
        <p:spPr>
          <a:xfrm>
            <a:off x="3945188" y="541549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热带季风气候</a:t>
            </a:r>
            <a:endParaRPr lang="zh-CN" altLang="en-US" sz="2400" dirty="0"/>
          </a:p>
        </p:txBody>
      </p:sp>
      <p:sp>
        <p:nvSpPr>
          <p:cNvPr id="30" name="文本框 29"/>
          <p:cNvSpPr txBox="1"/>
          <p:nvPr/>
        </p:nvSpPr>
        <p:spPr>
          <a:xfrm>
            <a:off x="3975268" y="6314733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地中海气候</a:t>
            </a:r>
            <a:endParaRPr lang="zh-CN" altLang="en-US" sz="2400" dirty="0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"/>
          <a:stretch/>
        </p:blipFill>
        <p:spPr>
          <a:xfrm>
            <a:off x="6355950" y="1879448"/>
            <a:ext cx="5809634" cy="489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437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7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93617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跟踪训练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8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YINDAOTANJIU</a:t>
            </a:r>
          </a:p>
        </p:txBody>
      </p:sp>
      <p:sp>
        <p:nvSpPr>
          <p:cNvPr id="9" name="矩形 8"/>
          <p:cNvSpPr/>
          <p:nvPr/>
        </p:nvSpPr>
        <p:spPr>
          <a:xfrm>
            <a:off x="416347" y="1478389"/>
            <a:ext cx="1108025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典例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(2019·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贵阳模拟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读图，完成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～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题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甲图所示季节各纬度带气流运动的说法，正确的是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0°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～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10°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主要盛行下沉气流　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10°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～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20°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盛行东南风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20°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～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30°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盛行西北风 	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D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30°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～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40°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盛行西南风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甲、乙两图反映的时间与季节正确的是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．甲表示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月份、春季 	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．乙表示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月份、夏季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．甲表示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月份、秋季 	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．乙表示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月份、冬季</a:t>
            </a:r>
          </a:p>
        </p:txBody>
      </p:sp>
      <p:pic>
        <p:nvPicPr>
          <p:cNvPr id="10" name="图片 9" descr="G:/教学/一轮复习/一轮复习集备/一轮三维设计/PPT可自主编辑课件/模块一  第二章  地球上的大气/19SWYRD2-49.TIF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1781229" y="2041217"/>
            <a:ext cx="4810125" cy="2314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文本框 10"/>
          <p:cNvSpPr txBox="1"/>
          <p:nvPr/>
        </p:nvSpPr>
        <p:spPr>
          <a:xfrm>
            <a:off x="413492" y="999010"/>
            <a:ext cx="38443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考法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1.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气压带、风带的判断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752184" y="4355792"/>
            <a:ext cx="481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solidFill>
                  <a:srgbClr val="FF0000"/>
                </a:solidFill>
              </a:rPr>
              <a:t>D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40016" y="5445224"/>
            <a:ext cx="458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solidFill>
                  <a:srgbClr val="FF0000"/>
                </a:solidFill>
              </a:rPr>
              <a:t>B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245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7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93617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跟踪训练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8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YINDAOTANJIU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63352" y="981297"/>
            <a:ext cx="4772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考法</a:t>
            </a:r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气压带、风带对气候的影响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9336" y="1429894"/>
            <a:ext cx="116443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3.(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四川文综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如图中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海域均是世界优良渔场。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读图，回答下题。</a:t>
            </a:r>
          </a:p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大气环流对天气的影响分析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，比较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两渔场捕捞作业的天气条件。</a:t>
            </a:r>
          </a:p>
        </p:txBody>
      </p:sp>
      <p:pic>
        <p:nvPicPr>
          <p:cNvPr id="15" name="Picture 2" descr="JS259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030" y="2"/>
            <a:ext cx="2536969" cy="4408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356338" y="242425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①区域定位</a:t>
            </a:r>
            <a:r>
              <a:rPr lang="en-US" altLang="zh-CN" sz="2400" dirty="0" smtClean="0"/>
              <a:t>—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2277213" y="2470264"/>
            <a:ext cx="54569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该地区位于</a:t>
            </a:r>
            <a:r>
              <a:rPr lang="en-US" altLang="zh-CN" sz="2000" b="1" dirty="0">
                <a:solidFill>
                  <a:srgbClr val="FF0000"/>
                </a:solidFill>
              </a:rPr>
              <a:t>30°-60°</a:t>
            </a:r>
            <a:r>
              <a:rPr lang="zh-CN" altLang="en-US" sz="2000" b="1" dirty="0">
                <a:solidFill>
                  <a:srgbClr val="FF0000"/>
                </a:solidFill>
              </a:rPr>
              <a:t>大陆西岸（欧洲西海岸）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56337" y="354339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②审题</a:t>
            </a:r>
            <a:r>
              <a:rPr lang="en-US" altLang="zh-CN" sz="2400" dirty="0" smtClean="0"/>
              <a:t>—</a:t>
            </a:r>
            <a:endParaRPr lang="zh-CN" altLang="en-US" sz="2400" dirty="0"/>
          </a:p>
        </p:txBody>
      </p:sp>
      <p:sp>
        <p:nvSpPr>
          <p:cNvPr id="17" name="矩形 16"/>
          <p:cNvSpPr/>
          <p:nvPr/>
        </p:nvSpPr>
        <p:spPr>
          <a:xfrm>
            <a:off x="1772109" y="3604954"/>
            <a:ext cx="40559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限制角度：大气环流对天气的影响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766910" y="3083003"/>
            <a:ext cx="30235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试题类型：对比分析类试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788382" y="4140590"/>
            <a:ext cx="25074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答题内容：天气条件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34488" y="4869160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③联系思考</a:t>
            </a:r>
            <a:r>
              <a:rPr lang="en-US" altLang="zh-CN" sz="2400" dirty="0" smtClean="0"/>
              <a:t>—</a:t>
            </a:r>
            <a:endParaRPr lang="zh-CN" altLang="en-US" sz="2400" dirty="0"/>
          </a:p>
        </p:txBody>
      </p:sp>
      <p:sp>
        <p:nvSpPr>
          <p:cNvPr id="22" name="矩形 21"/>
          <p:cNvSpPr/>
          <p:nvPr/>
        </p:nvSpPr>
        <p:spPr>
          <a:xfrm>
            <a:off x="2387663" y="4669105"/>
            <a:ext cx="94756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该地区的大气环流是什么？天气主要指什么？大气环流对天气会产生哪些影响？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361138" y="5197620"/>
            <a:ext cx="8435323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A.30°—60°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主要受副热带高气压带和西风带影响；</a:t>
            </a:r>
            <a:endParaRPr lang="en-US" altLang="zh-CN" sz="2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天气主要指某地区的阴晴雨雪、风力大小等</a:t>
            </a:r>
            <a:endParaRPr lang="en-US" altLang="zh-CN" sz="2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B.M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地会受副高和西风带交替控制，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地常年受西风带控制；</a:t>
            </a:r>
            <a:endParaRPr lang="en-US" altLang="zh-CN" sz="2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受副高控制，天气晴朗，风浪较小；受西风控制，阴雨较多，风浪较大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20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9" grpId="0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7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93617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跟踪训练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8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YINDAOTANJIU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63352" y="981297"/>
            <a:ext cx="4772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考法</a:t>
            </a:r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气压带、风带对气候的影响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9336" y="1429894"/>
            <a:ext cx="116443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3.(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四川文综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如图中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海域均是世界优良渔场。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读图，回答下题。</a:t>
            </a:r>
          </a:p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大气环流对天气的影响分析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，比较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两渔场捕捞作业的天气条件。</a:t>
            </a:r>
          </a:p>
        </p:txBody>
      </p:sp>
      <p:pic>
        <p:nvPicPr>
          <p:cNvPr id="15" name="Picture 2" descr="JS259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030" y="2"/>
            <a:ext cx="2536969" cy="4408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119336" y="2389015"/>
            <a:ext cx="90330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答案：</a:t>
            </a:r>
            <a:endParaRPr lang="en-US" altLang="zh-CN" sz="24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①冬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半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年：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渔场和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渔场都盛行西风，阴雨天气多，海面风浪大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9336" y="3429000"/>
            <a:ext cx="95356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②夏半年：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渔场仍盛行西风，而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渔场受副热带高压影响，多晴朗高温天气，海面风浪小。</a:t>
            </a:r>
          </a:p>
        </p:txBody>
      </p:sp>
    </p:spTree>
    <p:extLst>
      <p:ext uri="{BB962C8B-B14F-4D97-AF65-F5344CB8AC3E}">
        <p14:creationId xmlns:p14="http://schemas.microsoft.com/office/powerpoint/2010/main" val="1789305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7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93617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跟踪训练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8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YINDAOTANJIU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63352" y="981297"/>
            <a:ext cx="4772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考法</a:t>
            </a:r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气压带、风带对气候的影响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28292" y="1340768"/>
            <a:ext cx="1152834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全国文综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Ⅱ)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雾是近地面大气层中出现大量微小水滴而形成的一种天气现象。当暖湿空气经过寒冷的下垫面时，就易形成雾。如图中，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市附近海域夏季多雾，并影响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市。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据此完成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～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题。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1.S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市夏季常被雾笼罩，是因为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降水较少  	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气温较高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风力较弱  	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光照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较强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夏季，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市主要受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季风影响  	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西风带影响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低压控制  	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高压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控制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3" name="Picture 2" descr="JS258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224" y="2132856"/>
            <a:ext cx="3312368" cy="2825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矩形 13"/>
          <p:cNvSpPr/>
          <p:nvPr/>
        </p:nvSpPr>
        <p:spPr>
          <a:xfrm>
            <a:off x="157030" y="4958827"/>
            <a:ext cx="1198764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解析　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市位于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30°N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40°N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太平洋东岸，夏季由于气压带、风带北移，该地受副热带高气压带控制，多下沉气流，风力较弱，导致常被雾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笼罩，题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，题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237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   _1">
            <a:extLst>
              <a:ext uri="{FF2B5EF4-FFF2-40B4-BE49-F238E27FC236}">
                <a16:creationId xmlns:a16="http://schemas.microsoft.com/office/drawing/2014/main" id="{683EDD9A-72BD-48C3-8F59-21C467D06FFD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原创设计师QQ598969553             _2">
            <a:extLst>
              <a:ext uri="{FF2B5EF4-FFF2-40B4-BE49-F238E27FC236}">
                <a16:creationId xmlns:a16="http://schemas.microsoft.com/office/drawing/2014/main" id="{B0CA34A9-0EDD-4293-B040-DB95A2B67C68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原创设计师QQ598969553             _3">
            <a:extLst>
              <a:ext uri="{FF2B5EF4-FFF2-40B4-BE49-F238E27FC236}">
                <a16:creationId xmlns:a16="http://schemas.microsoft.com/office/drawing/2014/main" id="{A8DB11F6-F12C-451B-A5B5-98876FF4C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3457048" cy="430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prstClr val="black"/>
                </a:solidFill>
                <a:latin typeface="Impact" panose="020B0806030902050204" pitchFamily="34" charset="0"/>
                <a:cs typeface="宋体" panose="02010600030101010101" pitchFamily="2" charset="-122"/>
              </a:rPr>
              <a:t>课后作业</a:t>
            </a:r>
            <a:endParaRPr lang="zh-CN" altLang="en-US" sz="2800" b="1" dirty="0">
              <a:solidFill>
                <a:prstClr val="black"/>
              </a:solidFill>
              <a:latin typeface="Impact" panose="020B0806030902050204" pitchFamily="34" charset="0"/>
              <a:cs typeface="宋体" panose="02010600030101010101" pitchFamily="2" charset="-122"/>
            </a:endParaRPr>
          </a:p>
        </p:txBody>
      </p:sp>
      <p:sp>
        <p:nvSpPr>
          <p:cNvPr id="5" name="原创设计师QQ598969553             _5">
            <a:extLst>
              <a:ext uri="{FF2B5EF4-FFF2-40B4-BE49-F238E27FC236}">
                <a16:creationId xmlns:a16="http://schemas.microsoft.com/office/drawing/2014/main" id="{DB8049B0-2241-4BCC-873B-CBA0F66D7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QIANGHUABUQIN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C20EDD-EC0D-4FE5-8596-262941F45CD9}"/>
              </a:ext>
            </a:extLst>
          </p:cNvPr>
          <p:cNvSpPr txBox="1"/>
          <p:nvPr/>
        </p:nvSpPr>
        <p:spPr>
          <a:xfrm>
            <a:off x="1489611" y="2708920"/>
            <a:ext cx="92127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完成相关配套习题，并总结相关的题型的解题角度</a:t>
            </a:r>
          </a:p>
        </p:txBody>
      </p:sp>
    </p:spTree>
    <p:extLst>
      <p:ext uri="{BB962C8B-B14F-4D97-AF65-F5344CB8AC3E}">
        <p14:creationId xmlns:p14="http://schemas.microsoft.com/office/powerpoint/2010/main" val="2716713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Office 主题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anchor="ctr"/>
      <a:lstStyle>
        <a:defPPr algn="ctr" fontAlgn="auto">
          <a:spcBef>
            <a:spcPts val="0"/>
          </a:spcBef>
          <a:spcAft>
            <a:spcPts val="0"/>
          </a:spcAft>
          <a:buFontTx/>
          <a:buNone/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noFill/>
          <a:miter lim="800000"/>
        </a:ln>
      </a:spPr>
      <a:bodyPr>
        <a:spAutoFit/>
      </a:bodyPr>
      <a:lstStyle>
        <a:defPPr>
          <a:lnSpc>
            <a:spcPct val="140000"/>
          </a:lnSpc>
          <a:spcAft>
            <a:spcPts val="0"/>
          </a:spcAft>
          <a:defRPr sz="2800" b="1" kern="100" dirty="0">
            <a:solidFill>
              <a:srgbClr val="C00000"/>
            </a:solidFill>
            <a:latin typeface="Times New Roman" panose="02020603050405020304"/>
            <a:ea typeface="华文细黑" panose="02010600040101010101"/>
            <a:cs typeface="Times New Roman" panose="02020603050405020304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9169</TotalTime>
  <Words>1497</Words>
  <Application>Microsoft Office PowerPoint</Application>
  <PresentationFormat>宽屏</PresentationFormat>
  <Paragraphs>179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20</vt:i4>
      </vt:variant>
    </vt:vector>
  </HeadingPairs>
  <TitlesOfParts>
    <vt:vector size="42" baseType="lpstr">
      <vt:lpstr>黑体</vt:lpstr>
      <vt:lpstr>华康俪金黑W8(P)</vt:lpstr>
      <vt:lpstr>华文行楷</vt:lpstr>
      <vt:lpstr>华文细黑</vt:lpstr>
      <vt:lpstr>楷体</vt:lpstr>
      <vt:lpstr>锐字锐线怒放黑简1.0</vt:lpstr>
      <vt:lpstr>锐字云字库中长宋体1.0</vt:lpstr>
      <vt:lpstr>宋体</vt:lpstr>
      <vt:lpstr>微软雅黑</vt:lpstr>
      <vt:lpstr>Arial</vt:lpstr>
      <vt:lpstr>Arial Black</vt:lpstr>
      <vt:lpstr>Calibri</vt:lpstr>
      <vt:lpstr>Courier New</vt:lpstr>
      <vt:lpstr>Franklin Gothic Book</vt:lpstr>
      <vt:lpstr>Franklin Gothic Medium</vt:lpstr>
      <vt:lpstr>Impact</vt:lpstr>
      <vt:lpstr>Times New Roman</vt:lpstr>
      <vt:lpstr>Verdana</vt:lpstr>
      <vt:lpstr>Wingdings</vt:lpstr>
      <vt:lpstr>3_Office 主题</vt:lpstr>
      <vt:lpstr>6_Office 主题</vt:lpstr>
      <vt:lpstr>6_Office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广东梅县东山中学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地球的自转及其地理意义</dc:title>
  <dc:creator>范国雄</dc:creator>
  <cp:lastModifiedBy>seewo</cp:lastModifiedBy>
  <cp:revision>1055</cp:revision>
  <dcterms:created xsi:type="dcterms:W3CDTF">2015-01-30T02:19:57Z</dcterms:created>
  <dcterms:modified xsi:type="dcterms:W3CDTF">2020-09-23T08:50:42Z</dcterms:modified>
</cp:coreProperties>
</file>